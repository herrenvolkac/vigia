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9ef5f057124b6c" /><Relationship Type="http://schemas.openxmlformats.org/officeDocument/2006/relationships/extended-properties" Target="/docProps/app.xml" Id="Rbe9bcb2e1d6e49ec" /><Relationship Type="http://schemas.openxmlformats.org/officeDocument/2006/relationships/officeDocument" Target="/ppt/presentation.xml" Id="Rcad22fddf91643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f3180635343d2"/>
  </p:sldMasterIdLst>
  <p:notesMasterIdLst>
    <p:notesMasterId xmlns:r="http://schemas.openxmlformats.org/officeDocument/2006/relationships" r:id="R9fc5113a7c814afd"/>
  </p:notesMasterIdLst>
  <p:sldIdLst>
    <p:sldId xmlns:r="http://schemas.openxmlformats.org/officeDocument/2006/relationships" id="256" r:id="Re41e883e3da443ed"/>
    <p:sldId xmlns:r="http://schemas.openxmlformats.org/officeDocument/2006/relationships" id="257" r:id="Rcc499970cec5487c"/>
    <p:sldId xmlns:r="http://schemas.openxmlformats.org/officeDocument/2006/relationships" id="258" r:id="R347323ebeee14135"/>
    <p:sldId xmlns:r="http://schemas.openxmlformats.org/officeDocument/2006/relationships" id="259" r:id="R2ed149d9e1f44e69"/>
    <p:sldId xmlns:r="http://schemas.openxmlformats.org/officeDocument/2006/relationships" id="260" r:id="Re0ca851456904f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bf967e4ef4e08" /><Relationship Type="http://schemas.openxmlformats.org/officeDocument/2006/relationships/slideMaster" Target="/ppt/slideMasters/slideMaster1.xml" Id="R8a2f3180635343d2" /><Relationship Type="http://schemas.openxmlformats.org/officeDocument/2006/relationships/notesMaster" Target="/ppt/notesMasters/notesMaster1.xml" Id="R9fc5113a7c814afd" /><Relationship Type="http://schemas.openxmlformats.org/officeDocument/2006/relationships/presProps" Target="/ppt/presProps.xml" Id="R02167f9265a6456c" /><Relationship Type="http://schemas.openxmlformats.org/officeDocument/2006/relationships/tableStyles" Target="/ppt/tableStyles.xml" Id="R27c8d241416244a3" /><Relationship Type="http://schemas.openxmlformats.org/officeDocument/2006/relationships/slide" Target="/ppt/slides/slide1.xml" Id="Re41e883e3da443ed" /><Relationship Type="http://schemas.openxmlformats.org/officeDocument/2006/relationships/slide" Target="/ppt/slides/slide2.xml" Id="Rcc499970cec5487c" /><Relationship Type="http://schemas.openxmlformats.org/officeDocument/2006/relationships/slide" Target="/ppt/slides/slide3.xml" Id="R347323ebeee14135" /><Relationship Type="http://schemas.openxmlformats.org/officeDocument/2006/relationships/slide" Target="/ppt/slides/slide4.xml" Id="R2ed149d9e1f44e69" /><Relationship Type="http://schemas.openxmlformats.org/officeDocument/2006/relationships/slide" Target="/ppt/slides/slide5.xml" Id="Re0ca851456904f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47574521ee4f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dd3154a7f40e2" /><Relationship Type="http://schemas.openxmlformats.org/officeDocument/2006/relationships/notesMaster" Target="/ppt/notesMasters/notesMaster1.xml" Id="R3c502aca0c9f40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aa1d170b464cd3" /><Relationship Type="http://schemas.openxmlformats.org/officeDocument/2006/relationships/notesMaster" Target="/ppt/notesMasters/notesMaster1.xml" Id="Rb08a632431104a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e601b5503d4121" /><Relationship Type="http://schemas.openxmlformats.org/officeDocument/2006/relationships/notesMaster" Target="/ppt/notesMasters/notesMaster1.xml" Id="R781ee4e6471743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df2fb97b946f0" /><Relationship Type="http://schemas.openxmlformats.org/officeDocument/2006/relationships/notesMaster" Target="/ppt/notesMasters/notesMaster1.xml" Id="R62e25cb0663740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ae6d671314922" /><Relationship Type="http://schemas.openxmlformats.org/officeDocument/2006/relationships/notesMaster" Target="/ppt/notesMasters/notesMaster1.xml" Id="R51371d71d75349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276ee6dd04e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34796927e44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bf92ff12f41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60b90c4254e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83f83de3543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b0efd44dd4d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58de2649b40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99e98632845f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79ec828264b1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46b61c91f4ff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6309bd6b6463e" /></Relationships>
</file>

<file path=ppt/slideLayouts/slideLayout1.xml><?xml version="1.0" encoding="utf-8"?>
<p:sldLayout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4F495A7-E556-4725-A5D0-2626AEF598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0C412EF8-57DD-4D6C-AD0F-3E109A178B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E0FD1CB-0103-4FB6-BFD7-E36FC9C9E4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A37F36B1-C137-4377-8B01-32298E3B37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0E392A95-21BD-463A-A210-C52F704CB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969902E-291C-4F14-AD5B-113A213794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C742C537-1DCC-4025-A2BD-000B7192E6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4F6BB0BE-5BC4-47B3-A52E-696D8719F4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165CD51B-977A-41E5-930F-0FC547A88C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D930D395-CF2C-4020-BDCB-6189BA4344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997514BC-14BF-4547-85E0-01399695D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5992E15F-C226-49E6-A121-3828E9A38B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92947FE4-690E-4676-9858-E050E5393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1BCF6BB9-B9E2-4E1D-8097-C7088DD998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2D0D1F2C-3874-45D1-AEE3-7E6B68ACF3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4370F459-49DC-4D5F-ADE1-21782EEC8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541272E7-10CC-48D7-BEEB-5A7B8C50F6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EAFBAA5A-753F-4C17-9585-D4037F8042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CC1CA826-54D0-4897-B0E3-E930B33E06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DE4093B6-CFAC-4363-BF56-65FF425335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518E529A-3A0A-4276-9CCF-0FE8E2D039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A22C2EC-75C8-4AF8-813F-8631B51E7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E419C456-A615-4B1C-9A19-D0F2881C90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CD914D25-6D6A-4292-A397-BB4E85C4DA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 xmlns:a="http://schemas.openxmlformats.org/drawingml/2006/main">
              <a:ext uri="{FF2B5EF4-FFF2-40B4-BE49-F238E27FC236}">
                <a16:creationId xmlns:a16="http://schemas.microsoft.com/office/drawing/2014/main" id="{E6D5A284-5515-4364-AF9E-9204729804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6" name="Marcador de contenido 5">
            <a:extLst xmlns:a="http://schemas.openxmlformats.org/drawingml/2006/main">
              <a:ext uri="{FF2B5EF4-FFF2-40B4-BE49-F238E27FC236}">
                <a16:creationId xmlns:a16="http://schemas.microsoft.com/office/drawing/2014/main" id="{7F936750-D52E-4FE5-81D6-6BBD66DC943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 xmlns:a="http://schemas.openxmlformats.org/drawingml/2006/main">
              <a:ext uri="{FF2B5EF4-FFF2-40B4-BE49-F238E27FC236}">
                <a16:creationId xmlns:a16="http://schemas.microsoft.com/office/drawing/2014/main" id="{FEC1C488-CB38-40FD-BE56-B133BD54B6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8" name="Marcador de pie de página 7">
            <a:extLst xmlns:a="http://schemas.openxmlformats.org/drawingml/2006/main">
              <a:ext uri="{FF2B5EF4-FFF2-40B4-BE49-F238E27FC236}">
                <a16:creationId xmlns:a16="http://schemas.microsoft.com/office/drawing/2014/main" id="{597D4915-41A7-4877-AD6C-9460334FBE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9F9A9CE1-F32D-400B-A17D-756270A410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FB47E2C-7C2E-4E27-9FC8-1EB9302BC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 xmlns:a="http://schemas.openxmlformats.org/drawingml/2006/main">
              <a:ext uri="{FF2B5EF4-FFF2-40B4-BE49-F238E27FC236}">
                <a16:creationId xmlns:a16="http://schemas.microsoft.com/office/drawing/2014/main" id="{D62194C0-2D46-485E-AE7D-2CC1DEF8C4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4" name="Marcador de pie de página 3">
            <a:extLst xmlns:a="http://schemas.openxmlformats.org/drawingml/2006/main">
              <a:ext uri="{FF2B5EF4-FFF2-40B4-BE49-F238E27FC236}">
                <a16:creationId xmlns:a16="http://schemas.microsoft.com/office/drawing/2014/main" id="{EE301491-0E38-412E-9DA7-B3AF26B05E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número de diapositiva 4">
            <a:extLst xmlns:a="http://schemas.openxmlformats.org/drawingml/2006/main">
              <a:ext uri="{FF2B5EF4-FFF2-40B4-BE49-F238E27FC236}">
                <a16:creationId xmlns:a16="http://schemas.microsoft.com/office/drawing/2014/main" id="{F9B5C7BD-7F9B-4522-99D5-F39F00FDD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fecha 1">
            <a:extLst xmlns:a="http://schemas.openxmlformats.org/drawingml/2006/main">
              <a:ext uri="{FF2B5EF4-FFF2-40B4-BE49-F238E27FC236}">
                <a16:creationId xmlns:a16="http://schemas.microsoft.com/office/drawing/2014/main" id="{3B681A6E-F58E-45DD-9E91-5A98038E1C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3" name="Marcador de pie de página 2">
            <a:extLst xmlns:a="http://schemas.openxmlformats.org/drawingml/2006/main">
              <a:ext uri="{FF2B5EF4-FFF2-40B4-BE49-F238E27FC236}">
                <a16:creationId xmlns:a16="http://schemas.microsoft.com/office/drawing/2014/main" id="{E0B11772-51E3-437F-B23E-6E6F99D746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Marcador de número de diapositiva 3">
            <a:extLst xmlns:a="http://schemas.openxmlformats.org/drawingml/2006/main">
              <a:ext uri="{FF2B5EF4-FFF2-40B4-BE49-F238E27FC236}">
                <a16:creationId xmlns:a16="http://schemas.microsoft.com/office/drawing/2014/main" id="{925B79A2-E397-45A9-89EF-0BB01007A4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ABDFCA04-D57E-4D80-BBE2-46606CD33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631D4D9E-9D0F-49E4-923E-5752876E07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70F25D06-1A13-40E6-8A2C-025CD2062F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282A7DCE-7FDC-4F63-8773-99B305AA0D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1A3E8790-1E9D-434C-A80A-37697FA5E9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522D8013-10D1-4558-8586-8E2436C62D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B8DA916-A303-4DAC-93F0-CE8F5D026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5A28C13F-A38E-4398-AC6C-E0C7D99F3C2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68C681D5-FEAC-44A2-A3C7-B162873F27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B83BDD32-C3A0-4AD2-BD53-9327ABBC45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808CF8EB-B8A1-4B97-866F-B84DD83E56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C3F346BE-F152-4B71-A901-8127532A3B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1584881B-28B6-479D-A04A-DB4001669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F37F40FC-7FDB-4517-9D8A-500D06072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8422BA2A-50B5-4D4B-BB8F-810C24B5EF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AB5A8022-AD3C-418D-976E-BEB3E4772A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CD627073-3C44-496C-929B-2DE91FB329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E04BAD80-9C01-4C96-A851-F81ABD3FE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B85A3EBF-3EC9-4DB1-B8C5-F3380790B1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34B1393-0858-4051-8D83-BCFB361A7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EDCFF055-C819-4529-A72F-6BA1CE6C64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5DDF7A7E-0AAF-4CEA-A245-69F18C4A75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5d19a46a044016" /><Relationship Type="http://schemas.openxmlformats.org/officeDocument/2006/relationships/slideLayout" Target="/ppt/slideLayouts/slideLayout1.xml" Id="Rb0db8f10d80b43d4" /><Relationship Type="http://schemas.openxmlformats.org/officeDocument/2006/relationships/slideLayout" Target="/ppt/slideLayouts/slideLayout2.xml" Id="R804fe30120eb438a" /><Relationship Type="http://schemas.openxmlformats.org/officeDocument/2006/relationships/slideLayout" Target="/ppt/slideLayouts/slideLayout3.xml" Id="Rcea83e4c6164482d" /><Relationship Type="http://schemas.openxmlformats.org/officeDocument/2006/relationships/slideLayout" Target="/ppt/slideLayouts/slideLayout4.xml" Id="R6e58f99ebee240ec" /><Relationship Type="http://schemas.openxmlformats.org/officeDocument/2006/relationships/slideLayout" Target="/ppt/slideLayouts/slideLayout5.xml" Id="R9e2c673e07474c95" /><Relationship Type="http://schemas.openxmlformats.org/officeDocument/2006/relationships/slideLayout" Target="/ppt/slideLayouts/slideLayout6.xml" Id="R35b0409f8ac24b05" /><Relationship Type="http://schemas.openxmlformats.org/officeDocument/2006/relationships/slideLayout" Target="/ppt/slideLayouts/slideLayout7.xml" Id="R5c42d739334445d0" /><Relationship Type="http://schemas.openxmlformats.org/officeDocument/2006/relationships/slideLayout" Target="/ppt/slideLayouts/slideLayout8.xml" Id="R2e76048cf2c74040" /><Relationship Type="http://schemas.openxmlformats.org/officeDocument/2006/relationships/slideLayout" Target="/ppt/slideLayouts/slideLayout9.xml" Id="R3a2ab6e5c63549ff" /><Relationship Type="http://schemas.openxmlformats.org/officeDocument/2006/relationships/slideLayout" Target="/ppt/slideLayouts/slideLayout10.xml" Id="R9119f7620c9c4c63" /><Relationship Type="http://schemas.openxmlformats.org/officeDocument/2006/relationships/slideLayout" Target="/ppt/slideLayouts/slideLayout11.xml" Id="R357aa82826ba42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b8f10d80b43d4"/>
    <p:sldLayoutId xmlns:r="http://schemas.openxmlformats.org/officeDocument/2006/relationships" id="2147483650" r:id="R804fe30120eb438a"/>
    <p:sldLayoutId xmlns:r="http://schemas.openxmlformats.org/officeDocument/2006/relationships" id="2147483651" r:id="Rcea83e4c6164482d"/>
    <p:sldLayoutId xmlns:r="http://schemas.openxmlformats.org/officeDocument/2006/relationships" id="2147483652" r:id="R6e58f99ebee240ec"/>
    <p:sldLayoutId xmlns:r="http://schemas.openxmlformats.org/officeDocument/2006/relationships" id="2147483653" r:id="R9e2c673e07474c95"/>
    <p:sldLayoutId xmlns:r="http://schemas.openxmlformats.org/officeDocument/2006/relationships" id="2147483654" r:id="R35b0409f8ac24b05"/>
    <p:sldLayoutId xmlns:r="http://schemas.openxmlformats.org/officeDocument/2006/relationships" id="2147483655" r:id="R5c42d739334445d0"/>
    <p:sldLayoutId xmlns:r="http://schemas.openxmlformats.org/officeDocument/2006/relationships" id="2147483656" r:id="R2e76048cf2c74040"/>
    <p:sldLayoutId xmlns:r="http://schemas.openxmlformats.org/officeDocument/2006/relationships" id="2147483657" r:id="R3a2ab6e5c63549ff"/>
    <p:sldLayoutId xmlns:r="http://schemas.openxmlformats.org/officeDocument/2006/relationships" id="2147483658" r:id="R9119f7620c9c4c63"/>
    <p:sldLayoutId xmlns:r="http://schemas.openxmlformats.org/officeDocument/2006/relationships" id="2147483659" r:id="R357aa82826ba4235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80e09aee3446d" /><Relationship Type="http://schemas.openxmlformats.org/officeDocument/2006/relationships/image" Target="/ppt/media/image.jpeg" Id="R9f7a0565e2894f82" /><Relationship Type="http://schemas.openxmlformats.org/officeDocument/2006/relationships/image" Target="/ppt/media/image.png" Id="R6686b89a97cd4b7e" /><Relationship Type="http://schemas.openxmlformats.org/officeDocument/2006/relationships/notesSlide" Target="/ppt/notesSlides/notesSlide1.xml" Id="Rc6a34a3973964d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e14837b2b4979" /><Relationship Type="http://schemas.openxmlformats.org/officeDocument/2006/relationships/image" Target="/ppt/media/image.svg" Id="Rc537ca2720cc4ad3" /><Relationship Type="http://schemas.openxmlformats.org/officeDocument/2006/relationships/image" Target="/ppt/media/image.jpeg" Id="R9e2f0625e96c4d59" /><Relationship Type="http://schemas.openxmlformats.org/officeDocument/2006/relationships/image" Target="/ppt/media/image2.png" Id="Rfc082f722aba4ce4" /><Relationship Type="http://schemas.openxmlformats.org/officeDocument/2006/relationships/image" Target="/ppt/media/image2.svg" Id="R4baf3a6aeecb4139" /><Relationship Type="http://schemas.openxmlformats.org/officeDocument/2006/relationships/image" Target="/ppt/media/image3.png" Id="R77c006e550cc4973" /><Relationship Type="http://schemas.openxmlformats.org/officeDocument/2006/relationships/notesSlide" Target="/ppt/notesSlides/notesSlide2.xml" Id="R5d5a2ddc348d40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316fe683e04052" /><Relationship Type="http://schemas.openxmlformats.org/officeDocument/2006/relationships/image" Target="/ppt/media/image.jpeg" Id="R9573728a050f4059" /><Relationship Type="http://schemas.openxmlformats.org/officeDocument/2006/relationships/image" Target="/ppt/media/image.svg" Id="R982dd6b91d9d4060" /><Relationship Type="http://schemas.openxmlformats.org/officeDocument/2006/relationships/image" Target="/ppt/media/image2.png" Id="R321966263f474650" /><Relationship Type="http://schemas.openxmlformats.org/officeDocument/2006/relationships/image" Target="/ppt/media/image2.svg" Id="R6d7bccf873234ed7" /><Relationship Type="http://schemas.openxmlformats.org/officeDocument/2006/relationships/image" Target="/ppt/media/image4.png" Id="R43f6a2e37fe842ba" /><Relationship Type="http://schemas.openxmlformats.org/officeDocument/2006/relationships/notesSlide" Target="/ppt/notesSlides/notesSlide3.xml" Id="Rbcf2d2a9b7d443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76f457f69420b" /><Relationship Type="http://schemas.openxmlformats.org/officeDocument/2006/relationships/image" Target="/ppt/media/image.jpeg" Id="R97563c929373416b" /><Relationship Type="http://schemas.openxmlformats.org/officeDocument/2006/relationships/image" Target="/ppt/media/image.svg" Id="Re183053cdd3c432a" /><Relationship Type="http://schemas.openxmlformats.org/officeDocument/2006/relationships/image" Target="/ppt/media/image2.png" Id="Rfda8151cfe9a4203" /><Relationship Type="http://schemas.openxmlformats.org/officeDocument/2006/relationships/image" Target="/ppt/media/image2.svg" Id="Rf8d612e91703448c" /><Relationship Type="http://schemas.openxmlformats.org/officeDocument/2006/relationships/image" Target="/ppt/media/image3.png" Id="R50d5d0e9358e4d58" /><Relationship Type="http://schemas.openxmlformats.org/officeDocument/2006/relationships/notesSlide" Target="/ppt/notesSlides/notesSlide4.xml" Id="R51014aaaeeaf48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1b1912675466b" /><Relationship Type="http://schemas.openxmlformats.org/officeDocument/2006/relationships/image" Target="/ppt/media/image.jpeg" Id="Rd9bf705a0e884530" /><Relationship Type="http://schemas.openxmlformats.org/officeDocument/2006/relationships/image" Target="/ppt/media/image.svg" Id="R12e29ad43efe4a1d" /><Relationship Type="http://schemas.openxmlformats.org/officeDocument/2006/relationships/image" Target="/ppt/media/image2.png" Id="R646d66ac5de34415" /><Relationship Type="http://schemas.openxmlformats.org/officeDocument/2006/relationships/image" Target="/ppt/media/image2.svg" Id="R3678d4f6b6de45bb" /><Relationship Type="http://schemas.openxmlformats.org/officeDocument/2006/relationships/image" Target="/ppt/media/image3.png" Id="R0c34c67fb33f40f4" /><Relationship Type="http://schemas.openxmlformats.org/officeDocument/2006/relationships/notesSlide" Target="/ppt/notesSlides/notesSlide5.xml" Id="Rd8f220e7dc1f42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7a0565e2894f82"/>
          <a:srcRect xmlns:a="http://schemas.openxmlformats.org/drawingml/2006/main" l="0" t="23891" r="0" b="7449"/>
          <a:stretch xmlns:a="http://schemas.openxmlformats.org/drawingml/2006/main"/>
        </p:blipFill>
        <p:spPr>
          <a:xfrm xmlns:a="http://schemas.openxmlformats.org/drawingml/2006/main">
            <a:off x="220814" y="181835"/>
            <a:ext cx="11750371" cy="4494211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9541432E-B70C-4EBF-91A1-98537EB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8" y="4044462"/>
            <a:ext cx="12092842" cy="6315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4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2EF5860-AE36-47DE-850E-38C45FF4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76" y="8792308"/>
            <a:ext cx="4149971" cy="1244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uadroTexto 9">
            <a:extLst xmlns:a="http://schemas.openxmlformats.org/drawingml/2006/main">
              <a:ext uri="{FF2B5EF4-FFF2-40B4-BE49-F238E27FC236}">
                <a16:creationId xmlns:a16="http://schemas.microsoft.com/office/drawing/2014/main" id="{ADD09393-8BD9-4501-BA91-C88C74B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36" y="5236459"/>
            <a:ext cx="7729773" cy="929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200">
                <a:solidFill>
                  <a:srgbClr val="004F9F"/>
                </a:solidFill>
              </a:rPr>
              <a:t>Pago por horas y componente grupal como herramientas de gestión del CD</a:t>
            </a:r>
          </a:p>
        </p:txBody>
      </p:sp>
      <p:pic>
        <p:nvPicPr>
          <p:cNvPr id="20" name="Imagen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86b89a97cd4b7e"/>
          <a:srcRect xmlns:a="http://schemas.openxmlformats.org/drawingml/2006/main" l="16027" t="24695" r="15395" b="29386"/>
          <a:stretch xmlns:a="http://schemas.openxmlformats.org/drawingml/2006/main"/>
        </p:blipFill>
        <p:spPr>
          <a:xfrm xmlns:a="http://schemas.openxmlformats.org/drawingml/2006/main">
            <a:off x="10067635" y="5754550"/>
            <a:ext cx="1810329" cy="557080"/>
          </a:xfrm>
          <a:prstGeom xmlns:a="http://schemas.openxmlformats.org/drawingml/2006/main" prst="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24D277C-1688-414F-AC57-D75C5B5F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14" y="3653143"/>
            <a:ext cx="166255" cy="73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E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AE262E7-4E5C-4A4B-986E-6A9B55A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19" y="3653143"/>
            <a:ext cx="8705881" cy="73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F9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uadroTexto 7">
            <a:extLst xmlns:a="http://schemas.openxmlformats.org/drawingml/2006/main">
              <a:ext uri="{FF2B5EF4-FFF2-40B4-BE49-F238E27FC236}">
                <a16:creationId xmlns:a16="http://schemas.microsoft.com/office/drawing/2014/main" id="{7E591001-1FCA-46BE-BC20-AF380605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76" y="3783749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Escenarios de premio de productividad</a:t>
            </a:r>
          </a:p>
        </p:txBody>
      </p:sp>
    </p:spTree>
    <p:extLst>
      <p:ext uri="{BB962C8B-B14F-4D97-AF65-F5344CB8AC3E}">
        <p14:creationId xmlns:p14="http://schemas.microsoft.com/office/powerpoint/2010/main" val="2008341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f0625e96c4d59">
            <a:extLst>
              <a:ext uri="{96DAC541-7B7A-43D3-8B79-37D633B846F1}">
                <asvg:svgBlip xmlns:asvg="http://schemas.microsoft.com/office/drawing/2016/SVG/main" r:embed="Rc537ca2720cc4a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82f722aba4ce4">
            <a:extLst>
              <a:ext uri="{96DAC541-7B7A-43D3-8B79-37D633B846F1}">
                <asvg:svgBlip xmlns:asvg="http://schemas.microsoft.com/office/drawing/2016/SVG/main" r:embed="R4baf3a6aeecb41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por horas: medición precisa de productividad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006e550cc4973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18BED3F2-8C33-4D2C-B57D-0D74F47E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781ED5F-6ACE-4987-8367-EFA49063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Evalúa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contra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tiempo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real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trabajo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Refuerza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mérito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más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sostenida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mejor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reconocimiento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sectores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base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común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trazabilidad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auditar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detectar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desvíos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Beneficio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CD: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convierte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premio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gestionar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eficiencia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estándares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ritmo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E811896B-A2F8-4841-B415-CBEDC04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D7C989E0-4147-47A8-8BAC-F14E589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medir por horas permite gestionar productividad real con mayor precisión y trazabilidad.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3728a050f4059">
            <a:extLst>
              <a:ext uri="{96DAC541-7B7A-43D3-8B79-37D633B846F1}">
                <asvg:svgBlip xmlns:asvg="http://schemas.microsoft.com/office/drawing/2016/SVG/main" r:embed="R982dd6b91d9d40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966263f474650">
            <a:extLst>
              <a:ext uri="{96DAC541-7B7A-43D3-8B79-37D633B846F1}">
                <asvg:svgBlip xmlns:asvg="http://schemas.microsoft.com/office/drawing/2016/SVG/main" r:embed="R6d7bccf873234e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grupal: concepto y beneficio para el CD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6a2e37fe842ba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2968E58A-7417-4B18-88E5-69AAB015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0B61EFA-89AC-4432-939A-C636802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Incorpora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señal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colectiva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incentivo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asociada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cumplimiento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sector.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equipo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hacia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compartidos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CD.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Mantiene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regla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vinculada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Reduce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mirada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aislada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legajo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refuerza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coordinación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Ayuda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transformar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premio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no solo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liquidación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7AD84B9-623C-4DE5-B620-4A5FEA7F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590B37-5966-40B5-8926-E948C571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el componente grupal alinea el incentivo individual con el resultado operativo del sector.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63c929373416b">
            <a:extLst>
              <a:ext uri="{96DAC541-7B7A-43D3-8B79-37D633B846F1}">
                <asvg:svgBlip xmlns:asvg="http://schemas.microsoft.com/office/drawing/2016/SVG/main" r:embed="Re183053cdd3c432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8151cfe9a4203">
            <a:extLst>
              <a:ext uri="{96DAC541-7B7A-43D3-8B79-37D633B846F1}">
                <asvg:svgBlip xmlns:asvg="http://schemas.microsoft.com/office/drawing/2016/SVG/main" r:embed="Rf8d612e91703448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grupal: cómo se construye la meta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5d0e9358e4d58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FA500AF1-88F3-4664-A8E6-D52489E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3D36FB-D0BF-4FCF-A226-8B284DD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toma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base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bultos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mínimos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preparar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ponderan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legajos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participantes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jornada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otorga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margen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sobre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base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definir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meta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diaria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realiza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jornada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reflejar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real.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Si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cumple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meta,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habilita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grupal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conserva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según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medido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participante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7A3DFD80-7B5C-4CA6-84A2-A227168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A3BAF5E0-60F4-4D13-88E3-F242260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la meta grupal nace de una base operativa concreta y se evalúa por jornada y turno.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f705a0e884530">
            <a:extLst>
              <a:ext uri="{96DAC541-7B7A-43D3-8B79-37D633B846F1}">
                <asvg:svgBlip xmlns:asvg="http://schemas.microsoft.com/office/drawing/2016/SVG/main" r:embed="R12e29ad43efe4a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d66ac5de34415">
            <a:extLst>
              <a:ext uri="{96DAC541-7B7A-43D3-8B79-37D633B846F1}">
                <asvg:svgBlip xmlns:asvg="http://schemas.microsoft.com/office/drawing/2016/SVG/main" r:embed="R3678d4f6b6de45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Proceso actual: alcance de medición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4c67fb33f40f4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FA500AF1-88F3-4664-A8E6-D52489E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Operaciones medidas y no medidas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3D36FB-D0BF-4FCF-A226-8B284DD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Medidas: Carga, Clark, Picking, Carreteo, Recepción NOA/Secos y Control CHP + CBF.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UL medidas: pallet, bulto y hueco.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Funciones: carga, control, consolidación, extracción, guardado, surtido, picking y transporte.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Recepciones medidas: descarga, revisión, administración y operación normalizada.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medidas: administración, capacitación, conducción, esperas, devoluciones y otras tareas.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Pendientes: inconsistencias, importado NOA, refrigerados, terceros, TNC y reachstacker.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7A3DFD80-7B5C-4CA6-84A2-A227168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A3BAF5E0-60F4-4D13-88E3-F242260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hoy se mide el núcleo normalizado; lo no medido requiere definición previa.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2026-07-06T18:17:24.6470000Z</dcterms:created>
  <dcterms:modified xsi:type="dcterms:W3CDTF">2026-07-06T18:17:24.6470000Z</dcterms:modified>
</coreProperties>
</file>