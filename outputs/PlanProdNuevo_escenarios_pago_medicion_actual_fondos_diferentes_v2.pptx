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e92dbc6b094231" /><Relationship Type="http://schemas.openxmlformats.org/officeDocument/2006/relationships/extended-properties" Target="/docProps/app.xml" Id="R9ab8a93fd7c54adc" /><Relationship Type="http://schemas.openxmlformats.org/officeDocument/2006/relationships/officeDocument" Target="/ppt/presentation.xml" Id="Re92163e75bd948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43fde0cfa84238"/>
  </p:sldMasterIdLst>
  <p:notesMasterIdLst>
    <p:notesMasterId xmlns:r="http://schemas.openxmlformats.org/officeDocument/2006/relationships" r:id="R67d687d462a8410f"/>
  </p:notesMasterIdLst>
  <p:sldIdLst>
    <p:sldId xmlns:r="http://schemas.openxmlformats.org/officeDocument/2006/relationships" id="256" r:id="Rad3a2ecbb6ab4370"/>
    <p:sldId xmlns:r="http://schemas.openxmlformats.org/officeDocument/2006/relationships" id="257" r:id="Rf14643cb62e046c6"/>
    <p:sldId xmlns:r="http://schemas.openxmlformats.org/officeDocument/2006/relationships" id="258" r:id="R399e9f2b8b2e46a8"/>
    <p:sldId xmlns:r="http://schemas.openxmlformats.org/officeDocument/2006/relationships" id="259" r:id="R7edb74141302462e"/>
    <p:sldId xmlns:r="http://schemas.openxmlformats.org/officeDocument/2006/relationships" id="260" r:id="Rb8a6f28a3c9c4ea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b7d896fc714be6" /><Relationship Type="http://schemas.openxmlformats.org/officeDocument/2006/relationships/slideMaster" Target="/ppt/slideMasters/slideMaster1.xml" Id="Re343fde0cfa84238" /><Relationship Type="http://schemas.openxmlformats.org/officeDocument/2006/relationships/notesMaster" Target="/ppt/notesMasters/notesMaster1.xml" Id="R67d687d462a8410f" /><Relationship Type="http://schemas.openxmlformats.org/officeDocument/2006/relationships/presProps" Target="/ppt/presProps.xml" Id="Ra909e761e3774e6f" /><Relationship Type="http://schemas.openxmlformats.org/officeDocument/2006/relationships/tableStyles" Target="/ppt/tableStyles.xml" Id="Rbb3dee0383e6470b" /><Relationship Type="http://schemas.openxmlformats.org/officeDocument/2006/relationships/slide" Target="/ppt/slides/slide1.xml" Id="Rad3a2ecbb6ab4370" /><Relationship Type="http://schemas.openxmlformats.org/officeDocument/2006/relationships/slide" Target="/ppt/slides/slide2.xml" Id="Rf14643cb62e046c6" /><Relationship Type="http://schemas.openxmlformats.org/officeDocument/2006/relationships/slide" Target="/ppt/slides/slide3.xml" Id="R399e9f2b8b2e46a8" /><Relationship Type="http://schemas.openxmlformats.org/officeDocument/2006/relationships/slide" Target="/ppt/slides/slide4.xml" Id="R7edb74141302462e" /><Relationship Type="http://schemas.openxmlformats.org/officeDocument/2006/relationships/slide" Target="/ppt/slides/slide5.xml" Id="Rb8a6f28a3c9c4e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8a17488f844a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5910a03c3a4c93" /><Relationship Type="http://schemas.openxmlformats.org/officeDocument/2006/relationships/notesMaster" Target="/ppt/notesMasters/notesMaster1.xml" Id="Rcccad17f0c7743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ff7b4130e048ba" /><Relationship Type="http://schemas.openxmlformats.org/officeDocument/2006/relationships/notesMaster" Target="/ppt/notesMasters/notesMaster1.xml" Id="Rab9d24371b2640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1d6815fe9d4b8a" /><Relationship Type="http://schemas.openxmlformats.org/officeDocument/2006/relationships/notesMaster" Target="/ppt/notesMasters/notesMaster1.xml" Id="Rccf9ebe971b046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6abf1edda64797" /><Relationship Type="http://schemas.openxmlformats.org/officeDocument/2006/relationships/notesMaster" Target="/ppt/notesMasters/notesMaster1.xml" Id="R2d2ef02dc12c41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c68336a221416c" /><Relationship Type="http://schemas.openxmlformats.org/officeDocument/2006/relationships/notesMaster" Target="/ppt/notesMasters/notesMaster1.xml" Id="R23d3d1850fdf41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59c18305ff4b0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45ed196d474c2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09f402e99c45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185cd7e22247b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5d66bb99c541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9e4ab2f124470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a20a6f2d954cf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0c7bd8cd154e3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6079df5fe3406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af94d6248440d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b379425420418c" /></Relationships>
</file>

<file path=ppt/slideLayouts/slideLayout1.xml><?xml version="1.0" encoding="utf-8"?>
<p:sldLayout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54F495A7-E556-4725-A5D0-2626AEF5981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Subtítulo 2">
            <a:extLst xmlns:a="http://schemas.openxmlformats.org/drawingml/2006/main">
              <a:ext uri="{FF2B5EF4-FFF2-40B4-BE49-F238E27FC236}">
                <a16:creationId xmlns:a16="http://schemas.microsoft.com/office/drawing/2014/main" id="{0C412EF8-57DD-4D6C-AD0F-3E109A178B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Haga clic para modificar el estilo de subtítulo del patrón</a:t>
            </a:r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AE0FD1CB-0103-4FB6-BFD7-E36FC9C9E4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A37F36B1-C137-4377-8B01-32298E3B37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0E392A95-21BD-463A-A210-C52F704CBF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8969902E-291C-4F14-AD5B-113A213794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 xmlns:a="http://schemas.openxmlformats.org/drawingml/2006/main">
              <a:ext uri="{FF2B5EF4-FFF2-40B4-BE49-F238E27FC236}">
                <a16:creationId xmlns:a16="http://schemas.microsoft.com/office/drawing/2014/main" id="{C742C537-1DCC-4025-A2BD-000B7192E6D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Editar los estilos de texto del patrón</a:t>
            </a:r>
          </a:p>
          <a:p xmlns:a="http://schemas.openxmlformats.org/drawingml/2006/main">
            <a:pPr>
              <a:buNone/>
            </a:pPr>
            <a:r>
              <a:t>Segundo nivel</a:t>
            </a:r>
          </a:p>
          <a:p xmlns:a="http://schemas.openxmlformats.org/drawingml/2006/main">
            <a:pPr>
              <a:buNone/>
            </a:pPr>
            <a:r>
              <a:t>Tercer nivel</a:t>
            </a:r>
          </a:p>
          <a:p xmlns:a="http://schemas.openxmlformats.org/drawingml/2006/main">
            <a:pPr>
              <a:buNone/>
            </a:pPr>
            <a:r>
              <a:t>Cuarto nivel</a:t>
            </a:r>
          </a:p>
          <a:p xmlns:a="http://schemas.openxmlformats.org/drawingml/2006/main">
            <a:pPr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4F6BB0BE-5BC4-47B3-A52E-696D8719F4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165CD51B-977A-41E5-930F-0FC547A88C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D930D395-CF2C-4020-BDCB-6189BA4344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997514BC-14BF-4547-85E0-01399695D0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 xmlns:a="http://schemas.openxmlformats.org/drawingml/2006/main">
              <a:ext uri="{FF2B5EF4-FFF2-40B4-BE49-F238E27FC236}">
                <a16:creationId xmlns:a16="http://schemas.microsoft.com/office/drawing/2014/main" id="{5992E15F-C226-49E6-A121-3828E9A38B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Editar los estilos de texto del patrón</a:t>
            </a:r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92947FE4-690E-4676-9858-E050E53930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1BCF6BB9-B9E2-4E1D-8097-C7088DD998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2D0D1F2C-3874-45D1-AEE3-7E6B68ACF3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4370F459-49DC-4D5F-ADE1-21782EEC8A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 xmlns:a="http://schemas.openxmlformats.org/drawingml/2006/main">
              <a:ext uri="{FF2B5EF4-FFF2-40B4-BE49-F238E27FC236}">
                <a16:creationId xmlns:a16="http://schemas.microsoft.com/office/drawing/2014/main" id="{541272E7-10CC-48D7-BEEB-5A7B8C50F6B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Editar los estilos de texto del patrón</a:t>
            </a:r>
          </a:p>
          <a:p xmlns:a="http://schemas.openxmlformats.org/drawingml/2006/main">
            <a:pPr>
              <a:buNone/>
            </a:pPr>
            <a:r>
              <a:t>Segundo nivel</a:t>
            </a:r>
          </a:p>
          <a:p xmlns:a="http://schemas.openxmlformats.org/drawingml/2006/main">
            <a:pPr>
              <a:buNone/>
            </a:pPr>
            <a:r>
              <a:t>Tercer nivel</a:t>
            </a:r>
          </a:p>
          <a:p xmlns:a="http://schemas.openxmlformats.org/drawingml/2006/main">
            <a:pPr>
              <a:buNone/>
            </a:pPr>
            <a:r>
              <a:t>Cuarto nivel</a:t>
            </a:r>
          </a:p>
          <a:p xmlns:a="http://schemas.openxmlformats.org/drawingml/2006/main">
            <a:pPr>
              <a:buNone/>
            </a:pPr>
            <a:r>
              <a:t>Quinto nivel</a:t>
            </a:r>
          </a:p>
        </p:txBody>
      </p:sp>
      <p:sp>
        <p:nvSpPr>
          <p:cNvPr id="4" name="Marcador de contenido 3">
            <a:extLst xmlns:a="http://schemas.openxmlformats.org/drawingml/2006/main">
              <a:ext uri="{FF2B5EF4-FFF2-40B4-BE49-F238E27FC236}">
                <a16:creationId xmlns:a16="http://schemas.microsoft.com/office/drawing/2014/main" id="{EAFBAA5A-753F-4C17-9585-D4037F80421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Editar los estilos de texto del patrón</a:t>
            </a:r>
          </a:p>
          <a:p xmlns:a="http://schemas.openxmlformats.org/drawingml/2006/main">
            <a:pPr>
              <a:buNone/>
            </a:pPr>
            <a:r>
              <a:t>Segundo nivel</a:t>
            </a:r>
          </a:p>
          <a:p xmlns:a="http://schemas.openxmlformats.org/drawingml/2006/main">
            <a:pPr>
              <a:buNone/>
            </a:pPr>
            <a:r>
              <a:t>Tercer nivel</a:t>
            </a:r>
          </a:p>
          <a:p xmlns:a="http://schemas.openxmlformats.org/drawingml/2006/main">
            <a:pPr>
              <a:buNone/>
            </a:pPr>
            <a:r>
              <a:t>Cuarto nivel</a:t>
            </a:r>
          </a:p>
          <a:p xmlns:a="http://schemas.openxmlformats.org/drawingml/2006/main">
            <a:pPr>
              <a:buNone/>
            </a:pPr>
            <a:r>
              <a:t>Quinto nivel</a:t>
            </a:r>
          </a:p>
        </p:txBody>
      </p:sp>
      <p:sp>
        <p:nvSpPr>
          <p:cNvPr id="5" name="Marcador de fecha 4">
            <a:extLst xmlns:a="http://schemas.openxmlformats.org/drawingml/2006/main">
              <a:ext uri="{FF2B5EF4-FFF2-40B4-BE49-F238E27FC236}">
                <a16:creationId xmlns:a16="http://schemas.microsoft.com/office/drawing/2014/main" id="{CC1CA826-54D0-4897-B0E3-E930B33E06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6" name="Marcador de pie de página 5">
            <a:extLst xmlns:a="http://schemas.openxmlformats.org/drawingml/2006/main">
              <a:ext uri="{FF2B5EF4-FFF2-40B4-BE49-F238E27FC236}">
                <a16:creationId xmlns:a16="http://schemas.microsoft.com/office/drawing/2014/main" id="{DE4093B6-CFAC-4363-BF56-65FF425335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Marcador de número de diapositiva 6">
            <a:extLst xmlns:a="http://schemas.openxmlformats.org/drawingml/2006/main">
              <a:ext uri="{FF2B5EF4-FFF2-40B4-BE49-F238E27FC236}">
                <a16:creationId xmlns:a16="http://schemas.microsoft.com/office/drawing/2014/main" id="{518E529A-3A0A-4276-9CCF-0FE8E2D039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FA22C2EC-75C8-4AF8-813F-8631B51E7F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texto 2">
            <a:extLst xmlns:a="http://schemas.openxmlformats.org/drawingml/2006/main">
              <a:ext uri="{FF2B5EF4-FFF2-40B4-BE49-F238E27FC236}">
                <a16:creationId xmlns:a16="http://schemas.microsoft.com/office/drawing/2014/main" id="{E419C456-A615-4B1C-9A19-D0F2881C90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Editar los estilos de texto del patrón</a:t>
            </a:r>
          </a:p>
        </p:txBody>
      </p:sp>
      <p:sp>
        <p:nvSpPr>
          <p:cNvPr id="4" name="Marcador de contenido 3">
            <a:extLst xmlns:a="http://schemas.openxmlformats.org/drawingml/2006/main">
              <a:ext uri="{FF2B5EF4-FFF2-40B4-BE49-F238E27FC236}">
                <a16:creationId xmlns:a16="http://schemas.microsoft.com/office/drawing/2014/main" id="{CD914D25-6D6A-4292-A397-BB4E85C4DAD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Editar los estilos de texto del patrón</a:t>
            </a:r>
          </a:p>
          <a:p xmlns:a="http://schemas.openxmlformats.org/drawingml/2006/main">
            <a:pPr>
              <a:buNone/>
            </a:pPr>
            <a:r>
              <a:t>Segundo nivel</a:t>
            </a:r>
          </a:p>
          <a:p xmlns:a="http://schemas.openxmlformats.org/drawingml/2006/main">
            <a:pPr>
              <a:buNone/>
            </a:pPr>
            <a:r>
              <a:t>Tercer nivel</a:t>
            </a:r>
          </a:p>
          <a:p xmlns:a="http://schemas.openxmlformats.org/drawingml/2006/main">
            <a:pPr>
              <a:buNone/>
            </a:pPr>
            <a:r>
              <a:t>Cuarto nivel</a:t>
            </a:r>
          </a:p>
          <a:p xmlns:a="http://schemas.openxmlformats.org/drawingml/2006/main">
            <a:pPr>
              <a:buNone/>
            </a:pPr>
            <a:r>
              <a:t>Quinto nivel</a:t>
            </a:r>
          </a:p>
        </p:txBody>
      </p:sp>
      <p:sp>
        <p:nvSpPr>
          <p:cNvPr id="5" name="Marcador de texto 4">
            <a:extLst xmlns:a="http://schemas.openxmlformats.org/drawingml/2006/main">
              <a:ext uri="{FF2B5EF4-FFF2-40B4-BE49-F238E27FC236}">
                <a16:creationId xmlns:a16="http://schemas.microsoft.com/office/drawing/2014/main" id="{E6D5A284-5515-4364-AF9E-92047298046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Editar los estilos de texto del patrón</a:t>
            </a:r>
          </a:p>
        </p:txBody>
      </p:sp>
      <p:sp>
        <p:nvSpPr>
          <p:cNvPr id="6" name="Marcador de contenido 5">
            <a:extLst xmlns:a="http://schemas.openxmlformats.org/drawingml/2006/main">
              <a:ext uri="{FF2B5EF4-FFF2-40B4-BE49-F238E27FC236}">
                <a16:creationId xmlns:a16="http://schemas.microsoft.com/office/drawing/2014/main" id="{7F936750-D52E-4FE5-81D6-6BBD66DC943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Editar los estilos de texto del patrón</a:t>
            </a:r>
          </a:p>
          <a:p xmlns:a="http://schemas.openxmlformats.org/drawingml/2006/main">
            <a:pPr>
              <a:buNone/>
            </a:pPr>
            <a:r>
              <a:t>Segundo nivel</a:t>
            </a:r>
          </a:p>
          <a:p xmlns:a="http://schemas.openxmlformats.org/drawingml/2006/main">
            <a:pPr>
              <a:buNone/>
            </a:pPr>
            <a:r>
              <a:t>Tercer nivel</a:t>
            </a:r>
          </a:p>
          <a:p xmlns:a="http://schemas.openxmlformats.org/drawingml/2006/main">
            <a:pPr>
              <a:buNone/>
            </a:pPr>
            <a:r>
              <a:t>Cuarto nivel</a:t>
            </a:r>
          </a:p>
          <a:p xmlns:a="http://schemas.openxmlformats.org/drawingml/2006/main">
            <a:pPr>
              <a:buNone/>
            </a:pPr>
            <a:r>
              <a:t>Quinto nivel</a:t>
            </a:r>
          </a:p>
        </p:txBody>
      </p:sp>
      <p:sp>
        <p:nvSpPr>
          <p:cNvPr id="7" name="Marcador de fecha 6">
            <a:extLst xmlns:a="http://schemas.openxmlformats.org/drawingml/2006/main">
              <a:ext uri="{FF2B5EF4-FFF2-40B4-BE49-F238E27FC236}">
                <a16:creationId xmlns:a16="http://schemas.microsoft.com/office/drawing/2014/main" id="{FEC1C488-CB38-40FD-BE56-B133BD54B6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8" name="Marcador de pie de página 7">
            <a:extLst xmlns:a="http://schemas.openxmlformats.org/drawingml/2006/main">
              <a:ext uri="{FF2B5EF4-FFF2-40B4-BE49-F238E27FC236}">
                <a16:creationId xmlns:a16="http://schemas.microsoft.com/office/drawing/2014/main" id="{597D4915-41A7-4877-AD6C-9460334FBE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Marcador de número de diapositiva 8">
            <a:extLst xmlns:a="http://schemas.openxmlformats.org/drawingml/2006/main">
              <a:ext uri="{FF2B5EF4-FFF2-40B4-BE49-F238E27FC236}">
                <a16:creationId xmlns:a16="http://schemas.microsoft.com/office/drawing/2014/main" id="{9F9A9CE1-F32D-400B-A17D-756270A410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0FB47E2C-7C2E-4E27-9FC8-1EB9302BC3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fecha 2">
            <a:extLst xmlns:a="http://schemas.openxmlformats.org/drawingml/2006/main">
              <a:ext uri="{FF2B5EF4-FFF2-40B4-BE49-F238E27FC236}">
                <a16:creationId xmlns:a16="http://schemas.microsoft.com/office/drawing/2014/main" id="{D62194C0-2D46-485E-AE7D-2CC1DEF8C45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4" name="Marcador de pie de página 3">
            <a:extLst xmlns:a="http://schemas.openxmlformats.org/drawingml/2006/main">
              <a:ext uri="{FF2B5EF4-FFF2-40B4-BE49-F238E27FC236}">
                <a16:creationId xmlns:a16="http://schemas.microsoft.com/office/drawing/2014/main" id="{EE301491-0E38-412E-9DA7-B3AF26B05E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Marcador de número de diapositiva 4">
            <a:extLst xmlns:a="http://schemas.openxmlformats.org/drawingml/2006/main">
              <a:ext uri="{FF2B5EF4-FFF2-40B4-BE49-F238E27FC236}">
                <a16:creationId xmlns:a16="http://schemas.microsoft.com/office/drawing/2014/main" id="{F9B5C7BD-7F9B-4522-99D5-F39F00FDDE5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rcador de fecha 1">
            <a:extLst xmlns:a="http://schemas.openxmlformats.org/drawingml/2006/main">
              <a:ext uri="{FF2B5EF4-FFF2-40B4-BE49-F238E27FC236}">
                <a16:creationId xmlns:a16="http://schemas.microsoft.com/office/drawing/2014/main" id="{3B681A6E-F58E-45DD-9E91-5A98038E1C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3" name="Marcador de pie de página 2">
            <a:extLst xmlns:a="http://schemas.openxmlformats.org/drawingml/2006/main">
              <a:ext uri="{FF2B5EF4-FFF2-40B4-BE49-F238E27FC236}">
                <a16:creationId xmlns:a16="http://schemas.microsoft.com/office/drawing/2014/main" id="{E0B11772-51E3-437F-B23E-6E6F99D746F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Marcador de número de diapositiva 3">
            <a:extLst xmlns:a="http://schemas.openxmlformats.org/drawingml/2006/main">
              <a:ext uri="{FF2B5EF4-FFF2-40B4-BE49-F238E27FC236}">
                <a16:creationId xmlns:a16="http://schemas.microsoft.com/office/drawing/2014/main" id="{925B79A2-E397-45A9-89EF-0BB01007A4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ABDFCA04-D57E-4D80-BBE2-46606CD336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contenido 2">
            <a:extLst xmlns:a="http://schemas.openxmlformats.org/drawingml/2006/main">
              <a:ext uri="{FF2B5EF4-FFF2-40B4-BE49-F238E27FC236}">
                <a16:creationId xmlns:a16="http://schemas.microsoft.com/office/drawing/2014/main" id="{631D4D9E-9D0F-49E4-923E-5752876E078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Editar los estilos de texto del patrón</a:t>
            </a:r>
          </a:p>
          <a:p xmlns:a="http://schemas.openxmlformats.org/drawingml/2006/main">
            <a:pPr>
              <a:buNone/>
            </a:pPr>
            <a:r>
              <a:t>Segundo nivel</a:t>
            </a:r>
          </a:p>
          <a:p xmlns:a="http://schemas.openxmlformats.org/drawingml/2006/main">
            <a:pPr>
              <a:buNone/>
            </a:pPr>
            <a:r>
              <a:t>Tercer nivel</a:t>
            </a:r>
          </a:p>
          <a:p xmlns:a="http://schemas.openxmlformats.org/drawingml/2006/main">
            <a:pPr>
              <a:buNone/>
            </a:pPr>
            <a:r>
              <a:t>Cuarto nivel</a:t>
            </a:r>
          </a:p>
          <a:p xmlns:a="http://schemas.openxmlformats.org/drawingml/2006/main">
            <a:pPr>
              <a:buNone/>
            </a:pPr>
            <a:r>
              <a:t>Quinto nivel</a:t>
            </a:r>
          </a:p>
        </p:txBody>
      </p:sp>
      <p:sp>
        <p:nvSpPr>
          <p:cNvPr id="4" name="Marcador de texto 3">
            <a:extLst xmlns:a="http://schemas.openxmlformats.org/drawingml/2006/main">
              <a:ext uri="{FF2B5EF4-FFF2-40B4-BE49-F238E27FC236}">
                <a16:creationId xmlns:a16="http://schemas.microsoft.com/office/drawing/2014/main" id="{70F25D06-1A13-40E6-8A2C-025CD2062F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Editar los estilos de texto del patrón</a:t>
            </a:r>
          </a:p>
        </p:txBody>
      </p:sp>
      <p:sp>
        <p:nvSpPr>
          <p:cNvPr id="5" name="Marcador de fecha 4">
            <a:extLst xmlns:a="http://schemas.openxmlformats.org/drawingml/2006/main">
              <a:ext uri="{FF2B5EF4-FFF2-40B4-BE49-F238E27FC236}">
                <a16:creationId xmlns:a16="http://schemas.microsoft.com/office/drawing/2014/main" id="{282A7DCE-7FDC-4F63-8773-99B305AA0D6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6" name="Marcador de pie de página 5">
            <a:extLst xmlns:a="http://schemas.openxmlformats.org/drawingml/2006/main">
              <a:ext uri="{FF2B5EF4-FFF2-40B4-BE49-F238E27FC236}">
                <a16:creationId xmlns:a16="http://schemas.microsoft.com/office/drawing/2014/main" id="{1A3E8790-1E9D-434C-A80A-37697FA5E9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Marcador de número de diapositiva 6">
            <a:extLst xmlns:a="http://schemas.openxmlformats.org/drawingml/2006/main">
              <a:ext uri="{FF2B5EF4-FFF2-40B4-BE49-F238E27FC236}">
                <a16:creationId xmlns:a16="http://schemas.microsoft.com/office/drawing/2014/main" id="{522D8013-10D1-4558-8586-8E2436C62D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0B8DA916-A303-4DAC-93F0-CE8F5D026F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posición de imagen 2">
            <a:extLst xmlns:a="http://schemas.openxmlformats.org/drawingml/2006/main">
              <a:ext uri="{FF2B5EF4-FFF2-40B4-BE49-F238E27FC236}">
                <a16:creationId xmlns:a16="http://schemas.microsoft.com/office/drawing/2014/main" id="{5A28C13F-A38E-4398-AC6C-E0C7D99F3C2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Marcador de texto 3">
            <a:extLst xmlns:a="http://schemas.openxmlformats.org/drawingml/2006/main">
              <a:ext uri="{FF2B5EF4-FFF2-40B4-BE49-F238E27FC236}">
                <a16:creationId xmlns:a16="http://schemas.microsoft.com/office/drawing/2014/main" id="{68C681D5-FEAC-44A2-A3C7-B162873F278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Editar los estilos de texto del patrón</a:t>
            </a:r>
          </a:p>
        </p:txBody>
      </p:sp>
      <p:sp>
        <p:nvSpPr>
          <p:cNvPr id="5" name="Marcador de fecha 4">
            <a:extLst xmlns:a="http://schemas.openxmlformats.org/drawingml/2006/main">
              <a:ext uri="{FF2B5EF4-FFF2-40B4-BE49-F238E27FC236}">
                <a16:creationId xmlns:a16="http://schemas.microsoft.com/office/drawing/2014/main" id="{B83BDD32-C3A0-4AD2-BD53-9327ABBC45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6" name="Marcador de pie de página 5">
            <a:extLst xmlns:a="http://schemas.openxmlformats.org/drawingml/2006/main">
              <a:ext uri="{FF2B5EF4-FFF2-40B4-BE49-F238E27FC236}">
                <a16:creationId xmlns:a16="http://schemas.microsoft.com/office/drawing/2014/main" id="{808CF8EB-B8A1-4B97-866F-B84DD83E56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Marcador de número de diapositiva 6">
            <a:extLst xmlns:a="http://schemas.openxmlformats.org/drawingml/2006/main">
              <a:ext uri="{FF2B5EF4-FFF2-40B4-BE49-F238E27FC236}">
                <a16:creationId xmlns:a16="http://schemas.microsoft.com/office/drawing/2014/main" id="{C3F346BE-F152-4B71-A901-8127532A3B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1">
            <a:extLst xmlns:a="http://schemas.openxmlformats.org/drawingml/2006/main">
              <a:ext uri="{FF2B5EF4-FFF2-40B4-BE49-F238E27FC236}">
                <a16:creationId xmlns:a16="http://schemas.microsoft.com/office/drawing/2014/main" id="{1584881B-28B6-479D-A04A-DB4001669B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 xmlns:a="http://schemas.openxmlformats.org/drawingml/2006/main">
              <a:ext uri="{FF2B5EF4-FFF2-40B4-BE49-F238E27FC236}">
                <a16:creationId xmlns:a16="http://schemas.microsoft.com/office/drawing/2014/main" id="{F37F40FC-7FDB-4517-9D8A-500D060723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Editar los estilos de texto del patrón</a:t>
            </a:r>
          </a:p>
          <a:p xmlns:a="http://schemas.openxmlformats.org/drawingml/2006/main">
            <a:pPr>
              <a:buNone/>
            </a:pPr>
            <a:r>
              <a:t>Segundo nivel</a:t>
            </a:r>
          </a:p>
          <a:p xmlns:a="http://schemas.openxmlformats.org/drawingml/2006/main">
            <a:pPr>
              <a:buNone/>
            </a:pPr>
            <a:r>
              <a:t>Tercer nivel</a:t>
            </a:r>
          </a:p>
          <a:p xmlns:a="http://schemas.openxmlformats.org/drawingml/2006/main">
            <a:pPr>
              <a:buNone/>
            </a:pPr>
            <a:r>
              <a:t>Cuarto nivel</a:t>
            </a:r>
          </a:p>
          <a:p xmlns:a="http://schemas.openxmlformats.org/drawingml/2006/main">
            <a:pPr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8422BA2A-50B5-4D4B-BB8F-810C24B5EF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AB5A8022-AD3C-418D-976E-BEB3E4772A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CD627073-3C44-496C-929B-2DE91FB329D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ítulo vertical 1">
            <a:extLst xmlns:a="http://schemas.openxmlformats.org/drawingml/2006/main">
              <a:ext uri="{FF2B5EF4-FFF2-40B4-BE49-F238E27FC236}">
                <a16:creationId xmlns:a16="http://schemas.microsoft.com/office/drawing/2014/main" id="{E04BAD80-9C01-4C96-A851-F81ABD3FEE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</a:p>
        </p:txBody>
      </p:sp>
      <p:sp>
        <p:nvSpPr>
          <p:cNvPr id="3" name="Marcador de texto vertical 2">
            <a:extLst xmlns:a="http://schemas.openxmlformats.org/drawingml/2006/main">
              <a:ext uri="{FF2B5EF4-FFF2-40B4-BE49-F238E27FC236}">
                <a16:creationId xmlns:a16="http://schemas.microsoft.com/office/drawing/2014/main" id="{B85A3EBF-3EC9-4DB1-B8C5-F3380790B1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Editar los estilos de texto del patrón</a:t>
            </a:r>
          </a:p>
          <a:p xmlns:a="http://schemas.openxmlformats.org/drawingml/2006/main">
            <a:pPr>
              <a:buNone/>
            </a:pPr>
            <a:r>
              <a:t>Segundo nivel</a:t>
            </a:r>
          </a:p>
          <a:p xmlns:a="http://schemas.openxmlformats.org/drawingml/2006/main">
            <a:pPr>
              <a:buNone/>
            </a:pPr>
            <a:r>
              <a:t>Tercer nivel</a:t>
            </a:r>
          </a:p>
          <a:p xmlns:a="http://schemas.openxmlformats.org/drawingml/2006/main">
            <a:pPr>
              <a:buNone/>
            </a:pPr>
            <a:r>
              <a:t>Cuarto nivel</a:t>
            </a:r>
          </a:p>
          <a:p xmlns:a="http://schemas.openxmlformats.org/drawingml/2006/main">
            <a:pPr>
              <a:buNone/>
            </a:pPr>
            <a:r>
              <a:t>Quinto nivel</a:t>
            </a:r>
          </a:p>
        </p:txBody>
      </p:sp>
      <p:sp>
        <p:nvSpPr>
          <p:cNvPr id="4" name="Marcador de fecha 3">
            <a:extLst xmlns:a="http://schemas.openxmlformats.org/drawingml/2006/main">
              <a:ext uri="{FF2B5EF4-FFF2-40B4-BE49-F238E27FC236}">
                <a16:creationId xmlns:a16="http://schemas.microsoft.com/office/drawing/2014/main" id="{A34B1393-0858-4051-8D83-BCFB361A7B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D780F35-FA06-41C3-B30C-99DD71822D63}" type="datetimeFigureOut">
              <a:t>3/7/2026</a:t>
            </a:fld>
          </a:p>
        </p:txBody>
      </p:sp>
      <p:sp>
        <p:nvSpPr>
          <p:cNvPr id="5" name="Marcador de pie de página 4">
            <a:extLst xmlns:a="http://schemas.openxmlformats.org/drawingml/2006/main">
              <a:ext uri="{FF2B5EF4-FFF2-40B4-BE49-F238E27FC236}">
                <a16:creationId xmlns:a16="http://schemas.microsoft.com/office/drawing/2014/main" id="{EDCFF055-C819-4529-A72F-6BA1CE6C64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Marcador de número de diapositiva 5">
            <a:extLst xmlns:a="http://schemas.openxmlformats.org/drawingml/2006/main">
              <a:ext uri="{FF2B5EF4-FFF2-40B4-BE49-F238E27FC236}">
                <a16:creationId xmlns:a16="http://schemas.microsoft.com/office/drawing/2014/main" id="{5DDF7A7E-0AAF-4CEA-A245-69F18C4A75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27B80B-5828-418A-A1BE-4CCFAC1B5D69}" type="slidenum">
              <a:t>‹Nº›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b401774f484e08" /><Relationship Type="http://schemas.openxmlformats.org/officeDocument/2006/relationships/slideLayout" Target="/ppt/slideLayouts/slideLayout1.xml" Id="Rc89cfa9214e64b0e" /><Relationship Type="http://schemas.openxmlformats.org/officeDocument/2006/relationships/slideLayout" Target="/ppt/slideLayouts/slideLayout2.xml" Id="Re42514ebfcf846ff" /><Relationship Type="http://schemas.openxmlformats.org/officeDocument/2006/relationships/slideLayout" Target="/ppt/slideLayouts/slideLayout3.xml" Id="Ra42b638224c74476" /><Relationship Type="http://schemas.openxmlformats.org/officeDocument/2006/relationships/slideLayout" Target="/ppt/slideLayouts/slideLayout4.xml" Id="R3d3afed601454fb9" /><Relationship Type="http://schemas.openxmlformats.org/officeDocument/2006/relationships/slideLayout" Target="/ppt/slideLayouts/slideLayout5.xml" Id="R5b5af3c85a6d46bf" /><Relationship Type="http://schemas.openxmlformats.org/officeDocument/2006/relationships/slideLayout" Target="/ppt/slideLayouts/slideLayout6.xml" Id="R448618229ffe4023" /><Relationship Type="http://schemas.openxmlformats.org/officeDocument/2006/relationships/slideLayout" Target="/ppt/slideLayouts/slideLayout7.xml" Id="Rba263897995144ac" /><Relationship Type="http://schemas.openxmlformats.org/officeDocument/2006/relationships/slideLayout" Target="/ppt/slideLayouts/slideLayout8.xml" Id="R64942060a6494a38" /><Relationship Type="http://schemas.openxmlformats.org/officeDocument/2006/relationships/slideLayout" Target="/ppt/slideLayouts/slideLayout9.xml" Id="Rcc31468cbdca4d79" /><Relationship Type="http://schemas.openxmlformats.org/officeDocument/2006/relationships/slideLayout" Target="/ppt/slideLayouts/slideLayout10.xml" Id="Re47f43507eb94755" /><Relationship Type="http://schemas.openxmlformats.org/officeDocument/2006/relationships/slideLayout" Target="/ppt/slideLayouts/slideLayout11.xml" Id="R959d5f4c68404ab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9cfa9214e64b0e"/>
    <p:sldLayoutId xmlns:r="http://schemas.openxmlformats.org/officeDocument/2006/relationships" id="2147483650" r:id="Re42514ebfcf846ff"/>
    <p:sldLayoutId xmlns:r="http://schemas.openxmlformats.org/officeDocument/2006/relationships" id="2147483651" r:id="Ra42b638224c74476"/>
    <p:sldLayoutId xmlns:r="http://schemas.openxmlformats.org/officeDocument/2006/relationships" id="2147483652" r:id="R3d3afed601454fb9"/>
    <p:sldLayoutId xmlns:r="http://schemas.openxmlformats.org/officeDocument/2006/relationships" id="2147483653" r:id="R5b5af3c85a6d46bf"/>
    <p:sldLayoutId xmlns:r="http://schemas.openxmlformats.org/officeDocument/2006/relationships" id="2147483654" r:id="R448618229ffe4023"/>
    <p:sldLayoutId xmlns:r="http://schemas.openxmlformats.org/officeDocument/2006/relationships" id="2147483655" r:id="Rba263897995144ac"/>
    <p:sldLayoutId xmlns:r="http://schemas.openxmlformats.org/officeDocument/2006/relationships" id="2147483656" r:id="R64942060a6494a38"/>
    <p:sldLayoutId xmlns:r="http://schemas.openxmlformats.org/officeDocument/2006/relationships" id="2147483657" r:id="Rcc31468cbdca4d79"/>
    <p:sldLayoutId xmlns:r="http://schemas.openxmlformats.org/officeDocument/2006/relationships" id="2147483658" r:id="Re47f43507eb94755"/>
    <p:sldLayoutId xmlns:r="http://schemas.openxmlformats.org/officeDocument/2006/relationships" id="2147483659" r:id="R959d5f4c68404ab3"/>
  </p:sldLayoutIdLst>
  <p:txStyles>
    <p:titleStyle>
      <a:lvl1pPr xmlns:a="http://schemas.openxmlformats.org/drawingml/2006/main"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e4317d974c4936" /><Relationship Type="http://schemas.openxmlformats.org/officeDocument/2006/relationships/image" Target="/ppt/media/image.jpeg" Id="R8d6757c1b53e43c9" /><Relationship Type="http://schemas.openxmlformats.org/officeDocument/2006/relationships/image" Target="/ppt/media/image.png" Id="R2be08f88f478425f" /><Relationship Type="http://schemas.openxmlformats.org/officeDocument/2006/relationships/notesSlide" Target="/ppt/notesSlides/notesSlide1.xml" Id="Ra9154d66578c4993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2.xml" Id="R8288f1cfe29c4472" /><Relationship Type="http://schemas.openxmlformats.org/officeDocument/2006/relationships/image" Target="/ppt/media/image.svg" Id="R64123c9e8f4347d8" /><Relationship Type="http://schemas.openxmlformats.org/officeDocument/2006/relationships/image" Target="/ppt/media/image.jpeg" Id="R21b871fdee684153" /><Relationship Type="http://schemas.openxmlformats.org/officeDocument/2006/relationships/image" Target="/ppt/media/image2.png" Id="R2e02192cde39480d" /><Relationship Type="http://schemas.openxmlformats.org/officeDocument/2006/relationships/image" Target="/ppt/media/image2.svg" Id="Re5151be19b254931" /><Relationship Type="http://schemas.openxmlformats.org/officeDocument/2006/relationships/image" Target="/ppt/media/bg_slide2_productividad.png" Id="Rbb061790e988403f" /><Relationship Type="http://schemas.openxmlformats.org/officeDocument/2006/relationships/notesSlide" Target="/ppt/notesSlides/notesSlide2.xml" Id="R866db20aab3b4907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2.xml" Id="R0fd42d4b5f59430d" /><Relationship Type="http://schemas.openxmlformats.org/officeDocument/2006/relationships/image" Target="/ppt/media/image.jpeg" Id="R9aac950812d84645" /><Relationship Type="http://schemas.openxmlformats.org/officeDocument/2006/relationships/image" Target="/ppt/media/image.svg" Id="Rc0b9aaef22a54ec3" /><Relationship Type="http://schemas.openxmlformats.org/officeDocument/2006/relationships/image" Target="/ppt/media/image2.png" Id="Rf1d505c83f614712" /><Relationship Type="http://schemas.openxmlformats.org/officeDocument/2006/relationships/image" Target="/ppt/media/image2.svg" Id="R950e3282a3894349" /><Relationship Type="http://schemas.openxmlformats.org/officeDocument/2006/relationships/image" Target="/ppt/media/bg_slide3_operacion.png" Id="R8151c9e617104994" /><Relationship Type="http://schemas.openxmlformats.org/officeDocument/2006/relationships/notesSlide" Target="/ppt/notesSlides/notesSlide3.xml" Id="Rfe0a8eff9092401f" 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2.xml" Id="R66a9ce8592f94244" /><Relationship Type="http://schemas.openxmlformats.org/officeDocument/2006/relationships/image" Target="/ppt/media/image.jpeg" Id="R01ef6151efa943ac" /><Relationship Type="http://schemas.openxmlformats.org/officeDocument/2006/relationships/image" Target="/ppt/media/image.svg" Id="R000e59cb39e8424f" /><Relationship Type="http://schemas.openxmlformats.org/officeDocument/2006/relationships/image" Target="/ppt/media/image2.png" Id="Rece0c37d50a64739" /><Relationship Type="http://schemas.openxmlformats.org/officeDocument/2006/relationships/image" Target="/ppt/media/image2.svg" Id="R1f970fdee10f4fb0" /><Relationship Type="http://schemas.openxmlformats.org/officeDocument/2006/relationships/image" Target="/ppt/media/bg_slide4_meta.png" Id="R33aaba1f55714a90" /><Relationship Type="http://schemas.openxmlformats.org/officeDocument/2006/relationships/notesSlide" Target="/ppt/notesSlides/notesSlide4.xml" Id="R24c7785d4d644358" 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2.xml" Id="R15ce2c953ee64732" /><Relationship Type="http://schemas.openxmlformats.org/officeDocument/2006/relationships/image" Target="/ppt/media/image.jpeg" Id="R4463e2d2e08240dd" /><Relationship Type="http://schemas.openxmlformats.org/officeDocument/2006/relationships/image" Target="/ppt/media/image.svg" Id="R5092abeb039f4945" /><Relationship Type="http://schemas.openxmlformats.org/officeDocument/2006/relationships/image" Target="/ppt/media/image2.png" Id="R5a419ceff8af4f2c" /><Relationship Type="http://schemas.openxmlformats.org/officeDocument/2006/relationships/image" Target="/ppt/media/image2.svg" Id="Rc3af1817d9e44526" /><Relationship Type="http://schemas.openxmlformats.org/officeDocument/2006/relationships/image" Target="/ppt/media/bg_slide5_brechas.png" Id="Rb88c998efe2a4916" /><Relationship Type="http://schemas.openxmlformats.org/officeDocument/2006/relationships/notesSlide" Target="/ppt/notesSlides/notesSlide5.xml" Id="R870e15e3da99408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n 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d6757c1b53e43c9"/>
          <a:srcRect xmlns:a="http://schemas.openxmlformats.org/drawingml/2006/main" l="0" t="23891" r="0" b="7449"/>
          <a:stretch xmlns:a="http://schemas.openxmlformats.org/drawingml/2006/main"/>
        </p:blipFill>
        <p:spPr>
          <a:xfrm xmlns:a="http://schemas.openxmlformats.org/drawingml/2006/main">
            <a:off x="220814" y="181835"/>
            <a:ext cx="11750371" cy="4494211"/>
          </a:xfrm>
          <a:prstGeom xmlns:a="http://schemas.openxmlformats.org/drawingml/2006/main" prst="rect">
            <a:avLst/>
          </a:prstGeom>
        </p:spPr>
      </p:pic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9541432E-B70C-4EBF-91A1-98537EBA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8" y="4044462"/>
            <a:ext cx="12092842" cy="63158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alpha val="4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E2EF5860-AE36-47DE-850E-38C45FF4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76" y="8792308"/>
            <a:ext cx="4149971" cy="12449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uadroTexto 9">
            <a:extLst xmlns:a="http://schemas.openxmlformats.org/drawingml/2006/main">
              <a:ext uri="{FF2B5EF4-FFF2-40B4-BE49-F238E27FC236}">
                <a16:creationId xmlns:a16="http://schemas.microsoft.com/office/drawing/2014/main" id="{ADD09393-8BD9-4501-BA91-C88C74B2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36" y="5236459"/>
            <a:ext cx="7729773" cy="929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 sz="3200">
                <a:solidFill>
                  <a:srgbClr val="004F9F"/>
                </a:solidFill>
              </a:rPr>
              <a:t>Pago por horas y componente grupal como herramientas de gestión del CD</a:t>
            </a:r>
          </a:p>
        </p:txBody>
      </p:sp>
      <p:pic>
        <p:nvPicPr>
          <p:cNvPr id="20" name="Imagen 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be08f88f478425f"/>
          <a:srcRect xmlns:a="http://schemas.openxmlformats.org/drawingml/2006/main" l="16027" t="24695" r="15395" b="29386"/>
          <a:stretch xmlns:a="http://schemas.openxmlformats.org/drawingml/2006/main"/>
        </p:blipFill>
        <p:spPr>
          <a:xfrm xmlns:a="http://schemas.openxmlformats.org/drawingml/2006/main">
            <a:off x="10067635" y="5754550"/>
            <a:ext cx="1810329" cy="557080"/>
          </a:xfrm>
          <a:prstGeom xmlns:a="http://schemas.openxmlformats.org/drawingml/2006/main" prst="rect">
            <a:avLst/>
          </a:prstGeom>
        </p:spPr>
      </p:pic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824D277C-1688-414F-AC57-D75C5B5F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814" y="3653143"/>
            <a:ext cx="166255" cy="73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AE3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AE262E7-4E5C-4A4B-986E-6A9B55AB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19" y="3653143"/>
            <a:ext cx="8705881" cy="7382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F9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uadroTexto 7">
            <a:extLst xmlns:a="http://schemas.openxmlformats.org/drawingml/2006/main">
              <a:ext uri="{FF2B5EF4-FFF2-40B4-BE49-F238E27FC236}">
                <a16:creationId xmlns:a16="http://schemas.microsoft.com/office/drawing/2014/main" id="{7E591001-1FCA-46BE-BC20-AF380605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76" y="3783749"/>
            <a:ext cx="9073025" cy="521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 sz="33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Escenarios de premio de productividad</a:t>
            </a:r>
          </a:p>
        </p:txBody>
      </p:sp>
    </p:spTree>
    <p:extLst>
      <p:ext uri="{BB962C8B-B14F-4D97-AF65-F5344CB8AC3E}">
        <p14:creationId xmlns:p14="http://schemas.microsoft.com/office/powerpoint/2010/main" val="20083412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Gráfico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871fdee684153">
            <a:extLst>
              <a:ext uri="{96DAC541-7B7A-43D3-8B79-37D633B846F1}">
                <asvg:svgBlip xmlns:asvg="http://schemas.microsoft.com/office/drawing/2016/SVG/main" r:embed="R64123c9e8f4347d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410" y="700646"/>
            <a:ext cx="11984854" cy="80796"/>
          </a:xfrm>
          <a:prstGeom xmlns:a="http://schemas.openxmlformats.org/drawingml/2006/main" prst="rect">
            <a:avLst/>
          </a:prstGeom>
        </p:spPr>
      </p:pic>
      <p:pic>
        <p:nvPicPr>
          <p:cNvPr id="38" name="Gráfico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2192cde39480d">
            <a:extLst>
              <a:ext uri="{96DAC541-7B7A-43D3-8B79-37D633B846F1}">
                <asvg:svgBlip xmlns:asvg="http://schemas.microsoft.com/office/drawing/2016/SVG/main" r:embed="Re5151be19b25493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410" y="76874"/>
            <a:ext cx="11984854" cy="621438"/>
          </a:xfrm>
          <a:prstGeom xmlns:a="http://schemas.openxmlformats.org/drawingml/2006/main" prst="rect">
            <a:avLst/>
          </a:prstGeom>
        </p:spPr>
      </p:pic>
      <p:sp>
        <p:nvSpPr>
          <p:cNvPr id="5" name="AutoShape 2">
            <a:extLst xmlns:a="http://schemas.openxmlformats.org/drawingml/2006/main">
              <a:ext uri="{FF2B5EF4-FFF2-40B4-BE49-F238E27FC236}">
                <a16:creationId xmlns:a16="http://schemas.microsoft.com/office/drawing/2014/main" id="{6E84CC69-A261-404E-88DF-388A2EFC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766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6" name="CuadroTexto 25">
            <a:extLst xmlns:a="http://schemas.openxmlformats.org/drawingml/2006/main">
              <a:ext uri="{FF2B5EF4-FFF2-40B4-BE49-F238E27FC236}">
                <a16:creationId xmlns:a16="http://schemas.microsoft.com/office/drawing/2014/main" id="{09FD2F00-1DAB-49E4-AB30-02B60879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10" y="176887"/>
            <a:ext cx="9073025" cy="521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 sz="33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Pago por horas: medición precisa de productividad</a:t>
            </a:r>
          </a:p>
        </p:txBody>
      </p:sp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063CADF7-BA13-43DC-918B-0FA31F9A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10" y="779867"/>
            <a:ext cx="11961180" cy="875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buNone/>
            </a:pPr>
          </a:p>
        </p:txBody>
      </p:sp>
      <p:pic>
        <p:nvPicPr>
          <p:cNvPr id="42" name="Imagen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61790e988403f"/>
          <a:srcRect xmlns:a="http://schemas.openxmlformats.org/drawingml/2006/main" l="0" t="5718" r="0" b="57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781050"/>
            <a:ext cx="12192000" cy="6076950"/>
          </a:xfrm>
          <a:prstGeom xmlns:a="http://schemas.openxmlformats.org/drawingml/2006/main" prst="rect">
            <a:avLst/>
          </a:prstGeom>
        </p:spPr>
      </p:pic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18BED3F2-8C33-4D2C-B57D-0D74F47E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33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Concepto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F781ED5F-6ACE-4987-8367-EFA49063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352550"/>
            <a:ext cx="9906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Evalúa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la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productividad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contra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tiempo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real de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trabajo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Refuerza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criterio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mérito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más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productividad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sostenida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mejor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reconocimiento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Permite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comparar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sectores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con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base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común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Da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trazabilidad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auditar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cálculo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detectar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desvíos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Beneficio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CD: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convierte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premio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herramienta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gestionar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eficiencia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estándares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ritmo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operativo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E811896B-A2F8-4841-B415-CBEDC04E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960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D7C989E0-4147-47A8-8BAC-F14E5891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059A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59A7"/>
                </a:solidFill>
                <a:latin typeface="Calibri"/>
                <a:ea typeface="Calibri"/>
                <a:cs typeface="Calibri"/>
              </a:rPr>
              <a:t>Resumen: medir por horas permite gestionar productividad real con mayor precisión y trazabilidad.</a:t>
            </a:r>
          </a:p>
        </p:txBody>
      </p:sp>
    </p:spTree>
    <p:extLst>
      <p:ext uri="{BB962C8B-B14F-4D97-AF65-F5344CB8AC3E}">
        <p14:creationId xmlns:p14="http://schemas.microsoft.com/office/powerpoint/2010/main" val="262351720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Gráfico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c950812d84645">
            <a:extLst>
              <a:ext uri="{96DAC541-7B7A-43D3-8B79-37D633B846F1}">
                <asvg:svgBlip xmlns:asvg="http://schemas.microsoft.com/office/drawing/2016/SVG/main" r:embed="Rc0b9aaef22a54ec3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410" y="700646"/>
            <a:ext cx="11984854" cy="80796"/>
          </a:xfrm>
          <a:prstGeom xmlns:a="http://schemas.openxmlformats.org/drawingml/2006/main" prst="rect">
            <a:avLst/>
          </a:prstGeom>
        </p:spPr>
      </p:pic>
      <p:pic>
        <p:nvPicPr>
          <p:cNvPr id="38" name="Gráfico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d505c83f614712">
            <a:extLst>
              <a:ext uri="{96DAC541-7B7A-43D3-8B79-37D633B846F1}">
                <asvg:svgBlip xmlns:asvg="http://schemas.microsoft.com/office/drawing/2016/SVG/main" r:embed="R950e3282a389434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410" y="76874"/>
            <a:ext cx="11984854" cy="621438"/>
          </a:xfrm>
          <a:prstGeom xmlns:a="http://schemas.openxmlformats.org/drawingml/2006/main" prst="rect">
            <a:avLst/>
          </a:prstGeom>
        </p:spPr>
      </p:pic>
      <p:sp>
        <p:nvSpPr>
          <p:cNvPr id="5" name="AutoShape 2">
            <a:extLst xmlns:a="http://schemas.openxmlformats.org/drawingml/2006/main">
              <a:ext uri="{FF2B5EF4-FFF2-40B4-BE49-F238E27FC236}">
                <a16:creationId xmlns:a16="http://schemas.microsoft.com/office/drawing/2014/main" id="{6E84CC69-A261-404E-88DF-388A2EFC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766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6" name="CuadroTexto 25">
            <a:extLst xmlns:a="http://schemas.openxmlformats.org/drawingml/2006/main">
              <a:ext uri="{FF2B5EF4-FFF2-40B4-BE49-F238E27FC236}">
                <a16:creationId xmlns:a16="http://schemas.microsoft.com/office/drawing/2014/main" id="{09FD2F00-1DAB-49E4-AB30-02B60879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10" y="176887"/>
            <a:ext cx="9073025" cy="521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 sz="33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Pago grupal: concepto y beneficio para el CD</a:t>
            </a:r>
          </a:p>
        </p:txBody>
      </p:sp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063CADF7-BA13-43DC-918B-0FA31F9A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10" y="779867"/>
            <a:ext cx="11961180" cy="875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buNone/>
            </a:pPr>
          </a:p>
        </p:txBody>
      </p:sp>
      <p:pic>
        <p:nvPicPr>
          <p:cNvPr id="42" name="Imagen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51c9e617104994"/>
          <a:srcRect xmlns:a="http://schemas.openxmlformats.org/drawingml/2006/main" l="0" t="5718" r="0" b="57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781050"/>
            <a:ext cx="12192000" cy="6076950"/>
          </a:xfrm>
          <a:prstGeom xmlns:a="http://schemas.openxmlformats.org/drawingml/2006/main" prst="rect">
            <a:avLst/>
          </a:prstGeom>
        </p:spPr>
      </p:pic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2968E58A-7417-4B18-88E5-69AAB015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33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Concepto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F0B61EFA-89AC-4432-939A-C636802F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352550"/>
            <a:ext cx="9906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Incorpora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señal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colectiva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al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incentivo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asociada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al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cumplimiento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del sector.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Orienta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al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equipo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hacia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objetivos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operativos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compartidos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del CD.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Mantiene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regla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objetiva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distribución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vinculada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al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aporte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productivo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Reduce la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mirada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aislada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legajo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y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refuerza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la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coordinación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del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Ayuda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transformar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premio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herramienta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gestión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no solo de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liquidación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7AD84B9-623C-4DE5-B620-4A5FEA7F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960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590B37-5966-40B5-8926-E948C571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059A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59A7"/>
                </a:solidFill>
                <a:latin typeface="Calibri"/>
                <a:ea typeface="Calibri"/>
                <a:cs typeface="Calibri"/>
              </a:rPr>
              <a:t>Resumen: el componente grupal alinea el incentivo individual con el resultado operativo del sector.</a:t>
            </a:r>
          </a:p>
        </p:txBody>
      </p:sp>
    </p:spTree>
    <p:extLst>
      <p:ext uri="{BB962C8B-B14F-4D97-AF65-F5344CB8AC3E}">
        <p14:creationId xmlns:p14="http://schemas.microsoft.com/office/powerpoint/2010/main" val="26235172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Gráfico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f6151efa943ac">
            <a:extLst>
              <a:ext uri="{96DAC541-7B7A-43D3-8B79-37D633B846F1}">
                <asvg:svgBlip xmlns:asvg="http://schemas.microsoft.com/office/drawing/2016/SVG/main" r:embed="R000e59cb39e8424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410" y="700646"/>
            <a:ext cx="11984854" cy="80796"/>
          </a:xfrm>
          <a:prstGeom xmlns:a="http://schemas.openxmlformats.org/drawingml/2006/main" prst="rect">
            <a:avLst/>
          </a:prstGeom>
        </p:spPr>
      </p:pic>
      <p:pic>
        <p:nvPicPr>
          <p:cNvPr id="38" name="Gráfico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0c37d50a64739">
            <a:extLst>
              <a:ext uri="{96DAC541-7B7A-43D3-8B79-37D633B846F1}">
                <asvg:svgBlip xmlns:asvg="http://schemas.microsoft.com/office/drawing/2016/SVG/main" r:embed="R1f970fdee10f4fb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410" y="76874"/>
            <a:ext cx="11984854" cy="621438"/>
          </a:xfrm>
          <a:prstGeom xmlns:a="http://schemas.openxmlformats.org/drawingml/2006/main" prst="rect">
            <a:avLst/>
          </a:prstGeom>
        </p:spPr>
      </p:pic>
      <p:sp>
        <p:nvSpPr>
          <p:cNvPr id="5" name="AutoShape 2">
            <a:extLst xmlns:a="http://schemas.openxmlformats.org/drawingml/2006/main">
              <a:ext uri="{FF2B5EF4-FFF2-40B4-BE49-F238E27FC236}">
                <a16:creationId xmlns:a16="http://schemas.microsoft.com/office/drawing/2014/main" id="{6E84CC69-A261-404E-88DF-388A2EFC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766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6" name="CuadroTexto 25">
            <a:extLst xmlns:a="http://schemas.openxmlformats.org/drawingml/2006/main">
              <a:ext uri="{FF2B5EF4-FFF2-40B4-BE49-F238E27FC236}">
                <a16:creationId xmlns:a16="http://schemas.microsoft.com/office/drawing/2014/main" id="{09FD2F00-1DAB-49E4-AB30-02B60879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10" y="176887"/>
            <a:ext cx="9073025" cy="521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 sz="33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Pago grupal: cómo se construye la meta</a:t>
            </a:r>
          </a:p>
        </p:txBody>
      </p:sp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063CADF7-BA13-43DC-918B-0FA31F9A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10" y="779867"/>
            <a:ext cx="11961180" cy="875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buNone/>
            </a:pPr>
          </a:p>
        </p:txBody>
      </p:sp>
      <p:pic>
        <p:nvPicPr>
          <p:cNvPr id="42" name="Imagen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aba1f55714a90"/>
          <a:srcRect xmlns:a="http://schemas.openxmlformats.org/drawingml/2006/main" l="0" t="5718" r="0" b="57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781050"/>
            <a:ext cx="12192000" cy="6076950"/>
          </a:xfrm>
          <a:prstGeom xmlns:a="http://schemas.openxmlformats.org/drawingml/2006/main" prst="rect">
            <a:avLst/>
          </a:prstGeom>
        </p:spPr>
      </p:pic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FA500AF1-88F3-4664-A8E6-D52489EC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33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Concepto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3D36FB-D0BF-4FCF-A226-8B284DD2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1352550"/>
            <a:ext cx="9906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toma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la base de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bultos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mínimos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preparar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ponderan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legajos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participantes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cada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jornada y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otorga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un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margen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sobre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esa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base para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definir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meta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diaria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El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cálculo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se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realiza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por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jornada y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turno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, para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reflejar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la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operación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real.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Si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grupo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cumple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la meta, se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habilita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componente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grupal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>
              <a:lnSpc>
                <a:spcPct val="250000"/>
              </a:lnSpc>
              <a:buNone/>
              <a:defRPr sz="1575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• La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distribución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conserva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un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criterio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objetivo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según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el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aporte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medido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de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cada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participante</a:t>
            </a:r>
            <a:r>
              <a:rPr sz="1575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7A3DFD80-7B5C-4CA6-84A2-A2271683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960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A3BAF5E0-60F4-4D13-88E3-F2422609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059A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59A7"/>
                </a:solidFill>
                <a:latin typeface="Calibri"/>
                <a:ea typeface="Calibri"/>
                <a:cs typeface="Calibri"/>
              </a:rPr>
              <a:t>Resumen: la meta grupal nace de una base operativa concreta y se evalúa por jornada y turno.</a:t>
            </a:r>
          </a:p>
        </p:txBody>
      </p:sp>
    </p:spTree>
    <p:extLst>
      <p:ext uri="{BB962C8B-B14F-4D97-AF65-F5344CB8AC3E}">
        <p14:creationId xmlns:p14="http://schemas.microsoft.com/office/powerpoint/2010/main" val="26235172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Gráfico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3e2d2e08240dd">
            <a:extLst>
              <a:ext uri="{96DAC541-7B7A-43D3-8B79-37D633B846F1}">
                <asvg:svgBlip xmlns:asvg="http://schemas.microsoft.com/office/drawing/2016/SVG/main" r:embed="R5092abeb039f494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410" y="700646"/>
            <a:ext cx="11984854" cy="80796"/>
          </a:xfrm>
          <a:prstGeom xmlns:a="http://schemas.openxmlformats.org/drawingml/2006/main" prst="rect">
            <a:avLst/>
          </a:prstGeom>
        </p:spPr>
      </p:pic>
      <p:pic>
        <p:nvPicPr>
          <p:cNvPr id="45" name="Gráfico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19ceff8af4f2c">
            <a:extLst>
              <a:ext uri="{96DAC541-7B7A-43D3-8B79-37D633B846F1}">
                <asvg:svgBlip xmlns:asvg="http://schemas.microsoft.com/office/drawing/2016/SVG/main" r:embed="Rc3af1817d9e4452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5410" y="76874"/>
            <a:ext cx="11984854" cy="621438"/>
          </a:xfrm>
          <a:prstGeom xmlns:a="http://schemas.openxmlformats.org/drawingml/2006/main" prst="rect">
            <a:avLst/>
          </a:prstGeom>
        </p:spPr>
      </p:pic>
      <p:sp>
        <p:nvSpPr>
          <p:cNvPr id="5" name="AutoShape 2">
            <a:extLst xmlns:a="http://schemas.openxmlformats.org/drawingml/2006/main">
              <a:ext uri="{FF2B5EF4-FFF2-40B4-BE49-F238E27FC236}">
                <a16:creationId xmlns:a16="http://schemas.microsoft.com/office/drawing/2014/main" id="{6E84CC69-A261-404E-88DF-388A2EFC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766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/>
        </p:txBody>
      </p:sp>
      <p:sp>
        <p:nvSpPr>
          <p:cNvPr id="26" name="CuadroTexto 25">
            <a:extLst xmlns:a="http://schemas.openxmlformats.org/drawingml/2006/main">
              <a:ext uri="{FF2B5EF4-FFF2-40B4-BE49-F238E27FC236}">
                <a16:creationId xmlns:a16="http://schemas.microsoft.com/office/drawing/2014/main" id="{09FD2F00-1DAB-49E4-AB30-02B60879A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10" y="176887"/>
            <a:ext cx="9073025" cy="521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00"/>
              </a:lnSpc>
              <a:buNone/>
            </a:pPr>
            <a:r>
              <a:rPr sz="3300" b="1">
                <a:solidFill>
                  <a:schemeClr val="bg1"/>
                </a:solidFill>
                <a:latin typeface="+mj-lt"/>
                <a:ea typeface="+mj-lt"/>
                <a:cs typeface="+mj-lt"/>
              </a:rPr>
              <a:t>Proceso actual: alcance de medición</a:t>
            </a:r>
          </a:p>
        </p:txBody>
      </p:sp>
      <p:sp>
        <p:nvSpPr>
          <p:cNvPr id="9" name="CuadroTexto 8">
            <a:extLst xmlns:a="http://schemas.openxmlformats.org/drawingml/2006/main">
              <a:ext uri="{FF2B5EF4-FFF2-40B4-BE49-F238E27FC236}">
                <a16:creationId xmlns:a16="http://schemas.microsoft.com/office/drawing/2014/main" id="{063CADF7-BA13-43DC-918B-0FA31F9A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10" y="779867"/>
            <a:ext cx="11961180" cy="8751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buNone/>
            </a:pPr>
          </a:p>
        </p:txBody>
      </p:sp>
      <p:pic>
        <p:nvPicPr>
          <p:cNvPr id="49" name="Imagen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8c998efe2a4916"/>
          <a:srcRect xmlns:a="http://schemas.openxmlformats.org/drawingml/2006/main" l="0" t="5718" r="0" b="57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781050"/>
            <a:ext cx="12192000" cy="6076950"/>
          </a:xfrm>
          <a:prstGeom xmlns:a="http://schemas.openxmlformats.org/drawingml/2006/main" prst="rect">
            <a:avLst/>
          </a:prstGeom>
        </p:spPr>
      </p:pic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FA500AF1-88F3-4664-A8E6-D52489EC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" y="933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0C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070C0"/>
                </a:solidFill>
                <a:latin typeface="Calibri"/>
                <a:ea typeface="Calibri"/>
                <a:cs typeface="Calibri"/>
              </a:rPr>
              <a:t>Alcance actual y oportunidad de medición</a:t>
            </a:r>
          </a:p>
        </p:txBody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7A3DFD80-7B5C-4CA6-84A2-A2271683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096000"/>
            <a:ext cx="723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A3BAF5E0-60F4-4D13-88E3-F2422609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191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059A7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59A7"/>
                </a:solidFill>
                <a:latin typeface="Calibri"/>
                <a:ea typeface="Calibri"/>
                <a:cs typeface="Calibri"/>
              </a:rPr>
              <a:t>Resumen: lo medido ya tiene unidad y función; lo no medido puede evaluarse para futuras reglas trazables.</a:t>
            </a:r>
          </a:p>
        </p:txBody>
      </p:sp>
      <p:sp>
        <p:nvSpPr>
          <p:cNvPr id="37" name="panel-operaciones-medidas">
            <a:extLst xmlns:a="http://schemas.openxmlformats.org/drawingml/2006/main">
              <a:ext uri="{FF2B5EF4-FFF2-40B4-BE49-F238E27FC236}">
                <a16:creationId xmlns:a16="http://schemas.microsoft.com/office/drawing/2014/main" id="{7C4AE52C-894E-46EE-BF63-B08D737B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428750"/>
            <a:ext cx="53816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19050">
            <a:solidFill>
              <a:srgbClr val="70AD47"/>
            </a:solidFill>
            <a:prstDash val="solid"/>
          </a:ln>
        </p:spPr>
      </p:sp>
      <p:sp>
        <p:nvSpPr>
          <p:cNvPr id="38" name="panel-operaciones-no-medidas">
            <a:extLst xmlns:a="http://schemas.openxmlformats.org/drawingml/2006/main">
              <a:ext uri="{FF2B5EF4-FFF2-40B4-BE49-F238E27FC236}">
                <a16:creationId xmlns:a16="http://schemas.microsoft.com/office/drawing/2014/main" id="{F95C7138-2E25-47E2-9632-91BD3388F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53816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19050">
            <a:solidFill>
              <a:srgbClr val="0563C1"/>
            </a:solidFill>
            <a:prstDash val="solid"/>
          </a:ln>
        </p:spPr>
      </p:sp>
      <p:sp>
        <p:nvSpPr>
          <p:cNvPr id="39" name="titulo-operaciones-medidas">
            <a:extLst xmlns:a="http://schemas.openxmlformats.org/drawingml/2006/main">
              <a:ext uri="{FF2B5EF4-FFF2-40B4-BE49-F238E27FC236}">
                <a16:creationId xmlns:a16="http://schemas.microsoft.com/office/drawing/2014/main" id="{CDD4B47C-FC38-498D-8CEC-CF9930D2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63C1"/>
                </a:solidFill>
              </a:defRPr>
            </a:pPr>
            <a:r>
              <a:rPr sz="1350" b="1">
                <a:solidFill>
                  <a:srgbClr val="0563C1"/>
                </a:solidFill>
              </a:rPr>
              <a:t>OPERACIONES MEDIDAS</a:t>
            </a:r>
          </a:p>
        </p:txBody>
      </p:sp>
      <p:sp>
        <p:nvSpPr>
          <p:cNvPr id="40" name="lista-operaciones-medidas">
            <a:extLst xmlns:a="http://schemas.openxmlformats.org/drawingml/2006/main">
              <a:ext uri="{FF2B5EF4-FFF2-40B4-BE49-F238E27FC236}">
                <a16:creationId xmlns:a16="http://schemas.microsoft.com/office/drawing/2014/main" id="{DD38E889-C92C-48B7-ACB0-57E67073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4953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  <a:r>
              <a:rPr sz="1275">
                <a:solidFill>
                  <a:srgbClr val="000000"/>
                </a:solidFill>
              </a:rPr>
              <a:t>• Carga, Clark, Picking y Carreteo.</a:t>
            </a:r>
          </a:p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  <a:r>
              <a:rPr sz="1275">
                <a:solidFill>
                  <a:srgbClr val="000000"/>
                </a:solidFill>
              </a:rPr>
              <a:t>• Recepción NOA y Recepción Secos.</a:t>
            </a:r>
          </a:p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  <a:r>
              <a:rPr sz="1275">
                <a:solidFill>
                  <a:srgbClr val="000000"/>
                </a:solidFill>
              </a:rPr>
              <a:t>• Control de procesos CHP + CBF.</a:t>
            </a:r>
          </a:p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  <a:r>
              <a:rPr sz="1275">
                <a:solidFill>
                  <a:srgbClr val="000000"/>
                </a:solidFill>
              </a:rPr>
              <a:t>• UL actuales: pallet, bulto y hueco.</a:t>
            </a:r>
          </a:p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  <a:r>
              <a:rPr sz="1275">
                <a:solidFill>
                  <a:srgbClr val="000000"/>
                </a:solidFill>
              </a:rPr>
              <a:t>• Funciones normalizadas: carga, control, extracción, guardado, surtido, picking, transporte, descarga y revisión.</a:t>
            </a:r>
          </a:p>
        </p:txBody>
      </p:sp>
      <p:sp>
        <p:nvSpPr>
          <p:cNvPr id="41" name="titulo-operaciones-no-medidas">
            <a:extLst xmlns:a="http://schemas.openxmlformats.org/drawingml/2006/main">
              <a:ext uri="{FF2B5EF4-FFF2-40B4-BE49-F238E27FC236}">
                <a16:creationId xmlns:a16="http://schemas.microsoft.com/office/drawing/2014/main" id="{362FC720-C955-40DD-933B-32038569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563C1"/>
                </a:solidFill>
              </a:defRPr>
            </a:pPr>
            <a:r>
              <a:rPr sz="1350" b="1">
                <a:solidFill>
                  <a:srgbClr val="0563C1"/>
                </a:solidFill>
              </a:rPr>
              <a:t>OPERACIONES NO MEDIDAS</a:t>
            </a:r>
          </a:p>
        </p:txBody>
      </p:sp>
      <p:sp>
        <p:nvSpPr>
          <p:cNvPr id="42" name="lista-operaciones-no-medidas">
            <a:extLst xmlns:a="http://schemas.openxmlformats.org/drawingml/2006/main">
              <a:ext uri="{FF2B5EF4-FFF2-40B4-BE49-F238E27FC236}">
                <a16:creationId xmlns:a16="http://schemas.microsoft.com/office/drawing/2014/main" id="{66EEEAA6-3503-43ED-87D4-F0A992A9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  <a:r>
              <a:rPr sz="1275">
                <a:solidFill>
                  <a:srgbClr val="000000"/>
                </a:solidFill>
              </a:rPr>
              <a:t>• Administrativas, capacitación, conducción, esperas, fin de jornada e instructores.</a:t>
            </a:r>
          </a:p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  <a:r>
              <a:rPr sz="1275">
                <a:solidFill>
                  <a:srgbClr val="000000"/>
                </a:solidFill>
              </a:rPr>
              <a:t>• Devoluciones, otras tareas, funciones no productivas y pendientes/inconsistencias.</a:t>
            </a:r>
          </a:p>
          <a:p xmlns:a="http://schemas.openxmlformats.org/drawingml/2006/main">
            <a:pPr>
              <a:defRPr sz="1275">
                <a:solidFill>
                  <a:srgbClr val="000000"/>
                </a:solidFill>
              </a:defRPr>
            </a:pPr>
            <a:r>
              <a:rPr sz="1275">
                <a:solidFill>
                  <a:srgbClr val="000000"/>
                </a:solidFill>
              </a:rPr>
              <a:t>• Importado NOA, refrigerados, terceros, TNC y reachstacker.</a:t>
            </a:r>
          </a:p>
        </p:txBody>
      </p:sp>
      <p:sp>
        <p:nvSpPr>
          <p:cNvPr id="43" name="oportunidad-medicion-no-medidas">
            <a:extLst xmlns:a="http://schemas.openxmlformats.org/drawingml/2006/main">
              <a:ext uri="{FF2B5EF4-FFF2-40B4-BE49-F238E27FC236}">
                <a16:creationId xmlns:a16="http://schemas.microsoft.com/office/drawing/2014/main" id="{AB0C751B-5612-4D4E-9474-215851BA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76625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563C1"/>
                </a:solidFill>
              </a:defRPr>
            </a:pPr>
            <a:r>
              <a:rPr sz="1275" b="1">
                <a:solidFill>
                  <a:srgbClr val="0563C1"/>
                </a:solidFill>
              </a:rPr>
              <a:t>Posible evolución: analizar si alguna tarea no medida puede tener disparador, unidad de labor o evidencia trazable para incorporarla en una etapa posterior.</a:t>
            </a:r>
          </a:p>
        </p:txBody>
      </p:sp>
    </p:spTree>
    <p:extLst>
      <p:ext uri="{BB962C8B-B14F-4D97-AF65-F5344CB8AC3E}">
        <p14:creationId xmlns:p14="http://schemas.microsoft.com/office/powerpoint/2010/main" val="2623517208"/>
      </p:ext>
    </p:extLst>
  </p:cSld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2026-07-06T18:26:54.9210000Z</dcterms:created>
  <dcterms:modified xsi:type="dcterms:W3CDTF">2026-07-06T18:26:54.9210000Z</dcterms:modified>
</coreProperties>
</file>