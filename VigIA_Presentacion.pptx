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— Gemelo Operativo WMS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Inteligencia Operativa para Centros de Distribución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371600" y="1225296"/>
            <a:ext cx="9418320" cy="27432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35024"/>
            <a:ext cx="3566160" cy="525780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35024"/>
            <a:ext cx="64008" cy="52578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35024"/>
            <a:ext cx="3566160" cy="502920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7160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29384"/>
            <a:ext cx="3291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supervisores toman decisiones sin visibilidad en tiempo real → alertas tardías → pérdida de productividad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335024"/>
            <a:ext cx="3566160" cy="525780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35024"/>
            <a:ext cx="64008" cy="5257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35024"/>
            <a:ext cx="3566160" cy="502920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37160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SOLUCIÓN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2272" y="1929384"/>
            <a:ext cx="3291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integra datos operativos reales + IA generativa multiproveedor para generar alertas y recomendaciones accionables durante el turno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11312" y="1335024"/>
            <a:ext cx="3566160" cy="525780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335024"/>
            <a:ext cx="64008" cy="52578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1335024"/>
            <a:ext cx="3566160" cy="502920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37160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ALCANCE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904" y="1929384"/>
            <a:ext cx="331012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6 módulos: Picking, Recepción, Reposición, Planificación, Control Calidad, Devoluciones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545 días de histórico operativo real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IA multi-proveedor: Claude, Gemini, Ollama, Azure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Optimizado para iPad 9ª generación en almacén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Dashboard en tiempo real + análisis predictivo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Configurable: IA local (privada) o cloud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vs Cloud AI — Comparativa Técnica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5394960" cy="53035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64008" cy="5303520"/>
          </a:xfrm>
          <a:prstGeom prst="rect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5394960" cy="502920"/>
          </a:xfrm>
          <a:prstGeom prst="rect">
            <a:avLst/>
          </a:prstGeom>
          <a:solidFill>
            <a:srgbClr val="2A2510"/>
          </a:solidFill>
          <a:ln w="12700">
            <a:solidFill>
              <a:srgbClr val="2A25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50976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Ollama Local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80136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 costo por consulta (solo hardware)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Privacidad total — datos no salen del CD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Funciona sin internet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Costo fijo predecible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3291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3593592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Tiempo respuesta actual: 23–121 seg (PC compartida, phi3:mini)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Hardware dedicado requerido para performance aceptable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Mantenimiento manual de modelos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Calidad del modelo limitada sin GPU dedicada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SLA ni soporte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394960" cy="53035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914400"/>
            <a:ext cx="64008" cy="5303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914400"/>
            <a:ext cx="5394960" cy="5029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950976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AI (Claude / Gemini / GPT)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801368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Respuesta rápida: Claude 38s, Gemini Flash ~8s, GPT-4o mini ~15s (logs reales)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Modelos de máxima calidad sin infraestructura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Alta disponibilidad (SLA 99.9%)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Escala automáticamente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 mantenimiento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3291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9672" y="359359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Costo variable por volumen de uso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Datos operativos salen al proveedor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Requiere conectividad estable a internet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6400800"/>
            <a:ext cx="11338560" cy="347472"/>
          </a:xfrm>
          <a:prstGeom prst="rect">
            <a:avLst/>
          </a:prstGeom>
          <a:solidFill>
            <a:srgbClr val="2A2200"/>
          </a:solidFill>
          <a:ln w="12700">
            <a:solidFill>
              <a:srgbClr val="2A2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190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 GPU dedicada (RTX 4090), Ollama local alcanzaría 2–5 seg — invirtiendo la ventaja de velocidad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Costos — MVP escalado a 6 Módulos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1430000" cy="1115568"/>
          </a:xfrm>
          <a:prstGeom prst="rect">
            <a:avLst/>
          </a:prstGeom>
          <a:solidFill>
            <a:srgbClr val="2D2D44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64008" cy="11155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SUPUESTOS DE CÁLCULO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operativos · Análisis cada 30 min, 24/7 = 288/día · 8.640/mes · 103.680/año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promedio: 1.500/análisis (750 entrada + 750 salida)  →  Total/mes: 12,96M input + 12,96M output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19456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194560" cy="384048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30175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011680"/>
            <a:ext cx="3017520" cy="384048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2011680"/>
            <a:ext cx="11887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011680"/>
            <a:ext cx="1188720" cy="384048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011680"/>
            <a:ext cx="11887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011680"/>
            <a:ext cx="1188720" cy="384048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$/año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011680"/>
            <a:ext cx="2011680" cy="384048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promedio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219456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395728"/>
            <a:ext cx="30175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95728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2395728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395728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$1.399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2395728"/>
            <a:ext cx="201168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779776"/>
            <a:ext cx="219456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2779776"/>
            <a:ext cx="30175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779776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2779776"/>
            <a:ext cx="11887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779776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2779776"/>
            <a:ext cx="11887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779776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2779776"/>
            <a:ext cx="201168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163824"/>
            <a:ext cx="219456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1638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60320" y="3163824"/>
            <a:ext cx="30175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163824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77840" y="3163824"/>
            <a:ext cx="11887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16382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3163824"/>
            <a:ext cx="118872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16382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3163824"/>
            <a:ext cx="2011680" cy="384048"/>
          </a:xfrm>
          <a:prstGeom prst="rect">
            <a:avLst/>
          </a:prstGeom>
          <a:solidFill>
            <a:srgbClr val="00FF88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3163824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547872"/>
            <a:ext cx="219456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547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60320" y="3547872"/>
            <a:ext cx="30175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3547872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77840" y="3547872"/>
            <a:ext cx="11887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54787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766560" y="3547872"/>
            <a:ext cx="11887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354787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55280" y="3547872"/>
            <a:ext cx="201168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3931920"/>
            <a:ext cx="219456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60320" y="3931920"/>
            <a:ext cx="30175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0" y="3931920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577840" y="3931920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766560" y="3931920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955280" y="3931920"/>
            <a:ext cx="201168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5760" y="4315968"/>
            <a:ext cx="219456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315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560320" y="4315968"/>
            <a:ext cx="30175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0" y="4315968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77840" y="4315968"/>
            <a:ext cx="11887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4315968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766560" y="4315968"/>
            <a:ext cx="118872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0" y="4315968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955280" y="4315968"/>
            <a:ext cx="2011680" cy="384048"/>
          </a:xfrm>
          <a:prstGeom prst="rect">
            <a:avLst/>
          </a:prstGeom>
          <a:solidFill>
            <a:srgbClr val="252535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55280" y="4315968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65760" y="4700016"/>
            <a:ext cx="219456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7000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560320" y="4700016"/>
            <a:ext cx="30175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60320" y="4700016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577840" y="4700016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4700016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766560" y="4700016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0" y="4700016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$1.164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955280" y="4700016"/>
            <a:ext cx="201168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55280" y="470001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65760" y="5084064"/>
            <a:ext cx="2194560" cy="384048"/>
          </a:xfrm>
          <a:prstGeom prst="rect">
            <a:avLst/>
          </a:prstGeom>
          <a:solidFill>
            <a:srgbClr val="FFC80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50840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2560320" y="5084064"/>
            <a:ext cx="3017520" cy="384048"/>
          </a:xfrm>
          <a:prstGeom prst="rect">
            <a:avLst/>
          </a:prstGeom>
          <a:solidFill>
            <a:srgbClr val="FFC80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0" y="5084064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phi3:mini (PC actual)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5577840" y="5084064"/>
            <a:ext cx="1188720" cy="384048"/>
          </a:xfrm>
          <a:prstGeom prst="rect">
            <a:avLst/>
          </a:prstGeom>
          <a:solidFill>
            <a:srgbClr val="FFC80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7784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$25*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766560" y="5084064"/>
            <a:ext cx="1188720" cy="384048"/>
          </a:xfrm>
          <a:prstGeom prst="rect">
            <a:avLst/>
          </a:prstGeom>
          <a:solidFill>
            <a:srgbClr val="FFC80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6656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$300*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955280" y="5084064"/>
            <a:ext cx="2011680" cy="384048"/>
          </a:xfrm>
          <a:prstGeom prst="rect">
            <a:avLst/>
          </a:prstGeom>
          <a:solidFill>
            <a:srgbClr val="FFC80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55280" y="5084064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23–121s ⚠️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65760" y="5468112"/>
            <a:ext cx="219456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5468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2560320" y="5468112"/>
            <a:ext cx="30175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560320" y="5468112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dedicada (RTX 4090)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577840" y="5468112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77840" y="546811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$80**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6766560" y="5468112"/>
            <a:ext cx="118872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66560" y="5468112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$960**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7955280" y="5468112"/>
            <a:ext cx="2011680" cy="384048"/>
          </a:xfrm>
          <a:prstGeom prst="rect">
            <a:avLst/>
          </a:prstGeom>
          <a:solidFill>
            <a:srgbClr val="2D2D44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955280" y="5468112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2–5s ✅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365760" y="58978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Solo electricidad.   ** Electricidad + amortización hardware $2.000 / 36 meses.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365760" y="6172200"/>
            <a:ext cx="11430000" cy="530352"/>
          </a:xfrm>
          <a:prstGeom prst="rect">
            <a:avLst/>
          </a:prstGeom>
          <a:solidFill>
            <a:srgbClr val="0D2A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760" y="6172200"/>
            <a:ext cx="64008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4360" y="6208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RECOMENDACIÓN — Para MVP: Gemini 1.5 Flash o Claude Haiku ($2–$10/mes, calidad alta, velocidad óptima).   Para escala con privacidad total: Ollama + GPU dedicada (ROI positivo desde ~12 meses vs Cloud AI premium)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 — Gemelo Operativo WMS</dc:title>
  <dc:subject>PptxGenJS Presentation</dc:subject>
  <dc:creator>VigIA</dc:creator>
  <cp:lastModifiedBy>VigIA</cp:lastModifiedBy>
  <cp:revision>1</cp:revision>
  <dcterms:created xsi:type="dcterms:W3CDTF">2026-04-21T13:57:18Z</dcterms:created>
  <dcterms:modified xsi:type="dcterms:W3CDTF">2026-04-21T13:57:18Z</dcterms:modified>
</cp:coreProperties>
</file>