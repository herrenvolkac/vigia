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51" r:id="rId1"/>
  </p:sldMasterIdLst>
  <p:notesMasterIdLst>
    <p:notesMasterId r:id="rId3"/>
  </p:notesMasterIdLst>
  <p:sldIdLst>
    <p:sldId id="256" r:id="rId2"/>
  </p:sldIdLst>
  <p:sldSz cx="14630400" cy="8229600"/>
  <p:notesSz cx="8229600" cy="14630400"/>
  <p:embeddedFontLst>
    <p:embeddedFont>
      <p:font typeface="Calibri" panose="020F0502020204030204" pitchFamily="34" charset="0"/>
      <p:regular r:id="rId4"/>
      <p:bold r:id="rId5"/>
      <p:italic r:id="rId6"/>
      <p:boldItalic r:id="rId7"/>
    </p:embeddedFont>
    <p:embeddedFont>
      <p:font typeface="Calibri Light" panose="020F0302020204030204" pitchFamily="34" charset="0"/>
      <p:regular r:id="rId8"/>
      <p:italic r:id="rId9"/>
    </p:embeddedFont>
  </p:embeddedFontLst>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2929"/>
    <a:srgbClr val="E2A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Estilo claro 1 - Acento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Estilo claro 1 - Acento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Estilo temático 2 - Énfasis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DBED569-4797-4DF1-A0F4-6AAB3CD982D8}" styleName="Estilo claro 3 - Acento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75" autoAdjust="0"/>
    <p:restoredTop sz="94610"/>
  </p:normalViewPr>
  <p:slideViewPr>
    <p:cSldViewPr snapToGrid="0" snapToObjects="1">
      <p:cViewPr varScale="1">
        <p:scale>
          <a:sx n="68" d="100"/>
          <a:sy n="68" d="100"/>
        </p:scale>
        <p:origin x="636"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viewProps" Target="viewProps.xml"/><Relationship Id="rId5" Type="http://schemas.openxmlformats.org/officeDocument/2006/relationships/font" Target="fonts/font2.fntdata"/><Relationship Id="rId10" Type="http://schemas.openxmlformats.org/officeDocument/2006/relationships/presProps" Target="presProps.xml"/><Relationship Id="rId4" Type="http://schemas.openxmlformats.org/officeDocument/2006/relationships/font" Target="fonts/font1.fntdata"/><Relationship Id="rId9"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9156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CBB929-4175-4C3B-90C9-2D8DC31AE8AB}"/>
              </a:ext>
            </a:extLst>
          </p:cNvPr>
          <p:cNvSpPr>
            <a:spLocks noGrp="1"/>
          </p:cNvSpPr>
          <p:nvPr>
            <p:ph type="ctrTitle"/>
          </p:nvPr>
        </p:nvSpPr>
        <p:spPr>
          <a:xfrm>
            <a:off x="1828800" y="1346836"/>
            <a:ext cx="10972800" cy="2865120"/>
          </a:xfrm>
          <a:prstGeom prst="rect">
            <a:avLst/>
          </a:prstGeom>
        </p:spPr>
        <p:txBody>
          <a:bodyPr anchor="b"/>
          <a:lstStyle>
            <a:lvl1pPr algn="ctr">
              <a:defRPr sz="72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598A942A-BD5D-405F-BDE0-4D9F9E653549}"/>
              </a:ext>
            </a:extLst>
          </p:cNvPr>
          <p:cNvSpPr>
            <a:spLocks noGrp="1"/>
          </p:cNvSpPr>
          <p:nvPr>
            <p:ph type="subTitle" idx="1"/>
          </p:nvPr>
        </p:nvSpPr>
        <p:spPr>
          <a:xfrm>
            <a:off x="1828800" y="4322446"/>
            <a:ext cx="10972800" cy="1986914"/>
          </a:xfrm>
          <a:prstGeom prst="rect">
            <a:avLst/>
          </a:prstGeo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DB40E3E3-D07C-400D-AECC-294D74B205C4}"/>
              </a:ext>
            </a:extLst>
          </p:cNvPr>
          <p:cNvSpPr>
            <a:spLocks noGrp="1"/>
          </p:cNvSpPr>
          <p:nvPr>
            <p:ph type="dt" sz="half" idx="10"/>
          </p:nvPr>
        </p:nvSpPr>
        <p:spPr>
          <a:xfrm>
            <a:off x="1005840" y="7627621"/>
            <a:ext cx="3291840" cy="438150"/>
          </a:xfrm>
          <a:prstGeom prst="rect">
            <a:avLst/>
          </a:prstGeom>
        </p:spPr>
        <p:txBody>
          <a:bodyPr/>
          <a:lstStyle/>
          <a:p>
            <a:fld id="{52797931-FE49-422B-B904-92BD32A3D76D}" type="datetimeFigureOut">
              <a:rPr lang="es-AR" smtClean="0"/>
              <a:t>13/4/2026</a:t>
            </a:fld>
            <a:endParaRPr lang="es-AR"/>
          </a:p>
        </p:txBody>
      </p:sp>
      <p:sp>
        <p:nvSpPr>
          <p:cNvPr id="5" name="Marcador de pie de página 4">
            <a:extLst>
              <a:ext uri="{FF2B5EF4-FFF2-40B4-BE49-F238E27FC236}">
                <a16:creationId xmlns:a16="http://schemas.microsoft.com/office/drawing/2014/main" id="{8B9B8597-644C-486D-8B8E-6AD6DB88A94D}"/>
              </a:ext>
            </a:extLst>
          </p:cNvPr>
          <p:cNvSpPr>
            <a:spLocks noGrp="1"/>
          </p:cNvSpPr>
          <p:nvPr>
            <p:ph type="ftr" sz="quarter" idx="11"/>
          </p:nvPr>
        </p:nvSpPr>
        <p:spPr>
          <a:xfrm>
            <a:off x="4846320" y="7627621"/>
            <a:ext cx="4937760" cy="438150"/>
          </a:xfrm>
          <a:prstGeom prst="rect">
            <a:avLst/>
          </a:prstGeom>
        </p:spPr>
        <p:txBody>
          <a:bodyPr/>
          <a:lstStyle/>
          <a:p>
            <a:endParaRPr lang="es-AR"/>
          </a:p>
        </p:txBody>
      </p:sp>
      <p:sp>
        <p:nvSpPr>
          <p:cNvPr id="6" name="Marcador de número de diapositiva 5">
            <a:extLst>
              <a:ext uri="{FF2B5EF4-FFF2-40B4-BE49-F238E27FC236}">
                <a16:creationId xmlns:a16="http://schemas.microsoft.com/office/drawing/2014/main" id="{8F32C094-A41B-4A0C-A64C-AC21C0A33297}"/>
              </a:ext>
            </a:extLst>
          </p:cNvPr>
          <p:cNvSpPr>
            <a:spLocks noGrp="1"/>
          </p:cNvSpPr>
          <p:nvPr>
            <p:ph type="sldNum" sz="quarter" idx="12"/>
          </p:nvPr>
        </p:nvSpPr>
        <p:spPr>
          <a:xfrm>
            <a:off x="10332720" y="7627621"/>
            <a:ext cx="3291840" cy="438150"/>
          </a:xfrm>
          <a:prstGeom prst="rect">
            <a:avLst/>
          </a:prstGeom>
        </p:spPr>
        <p:txBody>
          <a:bodyPr/>
          <a:lstStyle/>
          <a:p>
            <a:fld id="{F8498D28-AADB-454D-9A5E-5A25B086DD15}" type="slidenum">
              <a:rPr lang="es-AR" smtClean="0"/>
              <a:t>‹Nº›</a:t>
            </a:fld>
            <a:endParaRPr lang="es-AR"/>
          </a:p>
        </p:txBody>
      </p:sp>
    </p:spTree>
    <p:extLst>
      <p:ext uri="{BB962C8B-B14F-4D97-AF65-F5344CB8AC3E}">
        <p14:creationId xmlns:p14="http://schemas.microsoft.com/office/powerpoint/2010/main" val="1146592270"/>
      </p:ext>
    </p:extLst>
  </p:cSld>
  <p:clrMapOvr>
    <a:masterClrMapping/>
  </p:clrMapOvr>
  <p:transition spd="slow">
    <p:push dir="u"/>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D6E2C7-D205-4897-9C40-CC8DBB6E6D50}"/>
              </a:ext>
            </a:extLst>
          </p:cNvPr>
          <p:cNvSpPr>
            <a:spLocks noGrp="1"/>
          </p:cNvSpPr>
          <p:nvPr>
            <p:ph type="title"/>
          </p:nvPr>
        </p:nvSpPr>
        <p:spPr>
          <a:xfrm>
            <a:off x="1005840" y="438150"/>
            <a:ext cx="12618720" cy="1590676"/>
          </a:xfrm>
          <a:prstGeom prst="rect">
            <a:avLst/>
          </a:prstGeom>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B3C3BEA0-3353-4EEC-9269-EA607822D073}"/>
              </a:ext>
            </a:extLst>
          </p:cNvPr>
          <p:cNvSpPr>
            <a:spLocks noGrp="1"/>
          </p:cNvSpPr>
          <p:nvPr>
            <p:ph idx="1"/>
          </p:nvPr>
        </p:nvSpPr>
        <p:spPr>
          <a:xfrm>
            <a:off x="1005840" y="2190750"/>
            <a:ext cx="12618720" cy="5221606"/>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A19F1B07-314A-4F88-9E88-10668003EFA9}"/>
              </a:ext>
            </a:extLst>
          </p:cNvPr>
          <p:cNvSpPr>
            <a:spLocks noGrp="1"/>
          </p:cNvSpPr>
          <p:nvPr>
            <p:ph type="dt" sz="half" idx="10"/>
          </p:nvPr>
        </p:nvSpPr>
        <p:spPr>
          <a:xfrm>
            <a:off x="1005840" y="7627621"/>
            <a:ext cx="3291840" cy="438150"/>
          </a:xfrm>
          <a:prstGeom prst="rect">
            <a:avLst/>
          </a:prstGeom>
        </p:spPr>
        <p:txBody>
          <a:bodyPr/>
          <a:lstStyle/>
          <a:p>
            <a:fld id="{52797931-FE49-422B-B904-92BD32A3D76D}" type="datetimeFigureOut">
              <a:rPr lang="es-AR" smtClean="0"/>
              <a:t>13/4/2026</a:t>
            </a:fld>
            <a:endParaRPr lang="es-AR"/>
          </a:p>
        </p:txBody>
      </p:sp>
      <p:sp>
        <p:nvSpPr>
          <p:cNvPr id="5" name="Marcador de pie de página 4">
            <a:extLst>
              <a:ext uri="{FF2B5EF4-FFF2-40B4-BE49-F238E27FC236}">
                <a16:creationId xmlns:a16="http://schemas.microsoft.com/office/drawing/2014/main" id="{92F924EF-F705-49D8-BDAA-0D69EC329C71}"/>
              </a:ext>
            </a:extLst>
          </p:cNvPr>
          <p:cNvSpPr>
            <a:spLocks noGrp="1"/>
          </p:cNvSpPr>
          <p:nvPr>
            <p:ph type="ftr" sz="quarter" idx="11"/>
          </p:nvPr>
        </p:nvSpPr>
        <p:spPr>
          <a:xfrm>
            <a:off x="4846320" y="7627621"/>
            <a:ext cx="4937760" cy="438150"/>
          </a:xfrm>
          <a:prstGeom prst="rect">
            <a:avLst/>
          </a:prstGeom>
        </p:spPr>
        <p:txBody>
          <a:bodyPr/>
          <a:lstStyle/>
          <a:p>
            <a:endParaRPr lang="es-AR"/>
          </a:p>
        </p:txBody>
      </p:sp>
      <p:sp>
        <p:nvSpPr>
          <p:cNvPr id="6" name="Marcador de número de diapositiva 5">
            <a:extLst>
              <a:ext uri="{FF2B5EF4-FFF2-40B4-BE49-F238E27FC236}">
                <a16:creationId xmlns:a16="http://schemas.microsoft.com/office/drawing/2014/main" id="{EA819304-CD9F-4053-8CEA-3BCE8F32053F}"/>
              </a:ext>
            </a:extLst>
          </p:cNvPr>
          <p:cNvSpPr>
            <a:spLocks noGrp="1"/>
          </p:cNvSpPr>
          <p:nvPr>
            <p:ph type="sldNum" sz="quarter" idx="12"/>
          </p:nvPr>
        </p:nvSpPr>
        <p:spPr>
          <a:xfrm>
            <a:off x="10332720" y="7627621"/>
            <a:ext cx="3291840" cy="438150"/>
          </a:xfrm>
          <a:prstGeom prst="rect">
            <a:avLst/>
          </a:prstGeom>
        </p:spPr>
        <p:txBody>
          <a:bodyPr/>
          <a:lstStyle/>
          <a:p>
            <a:fld id="{F8498D28-AADB-454D-9A5E-5A25B086DD15}" type="slidenum">
              <a:rPr lang="es-AR" smtClean="0"/>
              <a:t>‹Nº›</a:t>
            </a:fld>
            <a:endParaRPr lang="es-AR"/>
          </a:p>
        </p:txBody>
      </p:sp>
    </p:spTree>
    <p:extLst>
      <p:ext uri="{BB962C8B-B14F-4D97-AF65-F5344CB8AC3E}">
        <p14:creationId xmlns:p14="http://schemas.microsoft.com/office/powerpoint/2010/main" val="457736895"/>
      </p:ext>
    </p:extLst>
  </p:cSld>
  <p:clrMapOvr>
    <a:masterClrMapping/>
  </p:clrMapOvr>
  <p:transition spd="slow">
    <p:push dir="u"/>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24C981-84A2-4F1E-B48A-D16B83AF4345}"/>
              </a:ext>
            </a:extLst>
          </p:cNvPr>
          <p:cNvSpPr>
            <a:spLocks noGrp="1"/>
          </p:cNvSpPr>
          <p:nvPr>
            <p:ph type="title"/>
          </p:nvPr>
        </p:nvSpPr>
        <p:spPr>
          <a:xfrm>
            <a:off x="998220" y="2051686"/>
            <a:ext cx="12618720" cy="3423284"/>
          </a:xfrm>
          <a:prstGeom prst="rect">
            <a:avLst/>
          </a:prstGeom>
        </p:spPr>
        <p:txBody>
          <a:bodyPr anchor="b"/>
          <a:lstStyle>
            <a:lvl1pPr>
              <a:defRPr sz="72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2B9539E8-5DE5-4995-A2EE-F58F88A5D5F8}"/>
              </a:ext>
            </a:extLst>
          </p:cNvPr>
          <p:cNvSpPr>
            <a:spLocks noGrp="1"/>
          </p:cNvSpPr>
          <p:nvPr>
            <p:ph type="body" idx="1"/>
          </p:nvPr>
        </p:nvSpPr>
        <p:spPr>
          <a:xfrm>
            <a:off x="998220" y="5507356"/>
            <a:ext cx="12618720" cy="1800224"/>
          </a:xfrm>
          <a:prstGeom prst="rect">
            <a:avLst/>
          </a:prstGeo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1D75CE1-9D6D-4198-AA3A-30F874C2030F}"/>
              </a:ext>
            </a:extLst>
          </p:cNvPr>
          <p:cNvSpPr>
            <a:spLocks noGrp="1"/>
          </p:cNvSpPr>
          <p:nvPr>
            <p:ph type="dt" sz="half" idx="10"/>
          </p:nvPr>
        </p:nvSpPr>
        <p:spPr>
          <a:xfrm>
            <a:off x="1005840" y="7627621"/>
            <a:ext cx="3291840" cy="438150"/>
          </a:xfrm>
          <a:prstGeom prst="rect">
            <a:avLst/>
          </a:prstGeom>
        </p:spPr>
        <p:txBody>
          <a:bodyPr/>
          <a:lstStyle/>
          <a:p>
            <a:fld id="{52797931-FE49-422B-B904-92BD32A3D76D}" type="datetimeFigureOut">
              <a:rPr lang="es-AR" smtClean="0"/>
              <a:t>13/4/2026</a:t>
            </a:fld>
            <a:endParaRPr lang="es-AR"/>
          </a:p>
        </p:txBody>
      </p:sp>
      <p:sp>
        <p:nvSpPr>
          <p:cNvPr id="5" name="Marcador de pie de página 4">
            <a:extLst>
              <a:ext uri="{FF2B5EF4-FFF2-40B4-BE49-F238E27FC236}">
                <a16:creationId xmlns:a16="http://schemas.microsoft.com/office/drawing/2014/main" id="{FE48A34B-5CFB-40D7-B3D0-50DF460BCBED}"/>
              </a:ext>
            </a:extLst>
          </p:cNvPr>
          <p:cNvSpPr>
            <a:spLocks noGrp="1"/>
          </p:cNvSpPr>
          <p:nvPr>
            <p:ph type="ftr" sz="quarter" idx="11"/>
          </p:nvPr>
        </p:nvSpPr>
        <p:spPr>
          <a:xfrm>
            <a:off x="4846320" y="7627621"/>
            <a:ext cx="4937760" cy="438150"/>
          </a:xfrm>
          <a:prstGeom prst="rect">
            <a:avLst/>
          </a:prstGeom>
        </p:spPr>
        <p:txBody>
          <a:bodyPr/>
          <a:lstStyle/>
          <a:p>
            <a:endParaRPr lang="es-AR"/>
          </a:p>
        </p:txBody>
      </p:sp>
      <p:sp>
        <p:nvSpPr>
          <p:cNvPr id="6" name="Marcador de número de diapositiva 5">
            <a:extLst>
              <a:ext uri="{FF2B5EF4-FFF2-40B4-BE49-F238E27FC236}">
                <a16:creationId xmlns:a16="http://schemas.microsoft.com/office/drawing/2014/main" id="{2F95C84D-DE9B-4703-91AA-89472CA6DDAC}"/>
              </a:ext>
            </a:extLst>
          </p:cNvPr>
          <p:cNvSpPr>
            <a:spLocks noGrp="1"/>
          </p:cNvSpPr>
          <p:nvPr>
            <p:ph type="sldNum" sz="quarter" idx="12"/>
          </p:nvPr>
        </p:nvSpPr>
        <p:spPr>
          <a:xfrm>
            <a:off x="10332720" y="7627621"/>
            <a:ext cx="3291840" cy="438150"/>
          </a:xfrm>
          <a:prstGeom prst="rect">
            <a:avLst/>
          </a:prstGeom>
        </p:spPr>
        <p:txBody>
          <a:bodyPr/>
          <a:lstStyle/>
          <a:p>
            <a:fld id="{F8498D28-AADB-454D-9A5E-5A25B086DD15}" type="slidenum">
              <a:rPr lang="es-AR" smtClean="0"/>
              <a:t>‹Nº›</a:t>
            </a:fld>
            <a:endParaRPr lang="es-AR"/>
          </a:p>
        </p:txBody>
      </p:sp>
    </p:spTree>
    <p:extLst>
      <p:ext uri="{BB962C8B-B14F-4D97-AF65-F5344CB8AC3E}">
        <p14:creationId xmlns:p14="http://schemas.microsoft.com/office/powerpoint/2010/main" val="1575530398"/>
      </p:ext>
    </p:extLst>
  </p:cSld>
  <p:clrMapOvr>
    <a:masterClrMapping/>
  </p:clrMapOvr>
  <p:transition spd="slow">
    <p:push dir="u"/>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E14222-BC3A-4F91-AFED-CD62D5D08725}"/>
              </a:ext>
            </a:extLst>
          </p:cNvPr>
          <p:cNvSpPr>
            <a:spLocks noGrp="1"/>
          </p:cNvSpPr>
          <p:nvPr>
            <p:ph type="title"/>
          </p:nvPr>
        </p:nvSpPr>
        <p:spPr>
          <a:xfrm>
            <a:off x="1005840" y="438150"/>
            <a:ext cx="12618720" cy="1590676"/>
          </a:xfrm>
          <a:prstGeom prst="rect">
            <a:avLst/>
          </a:prstGeom>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3C113C2F-8EB2-42BC-901E-88FE9FA8B1E1}"/>
              </a:ext>
            </a:extLst>
          </p:cNvPr>
          <p:cNvSpPr>
            <a:spLocks noGrp="1"/>
          </p:cNvSpPr>
          <p:nvPr>
            <p:ph sz="half" idx="1"/>
          </p:nvPr>
        </p:nvSpPr>
        <p:spPr>
          <a:xfrm>
            <a:off x="1005840" y="2190750"/>
            <a:ext cx="6217920" cy="5221606"/>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81A9C38C-AD2A-4606-832E-7AD3841A8F2B}"/>
              </a:ext>
            </a:extLst>
          </p:cNvPr>
          <p:cNvSpPr>
            <a:spLocks noGrp="1"/>
          </p:cNvSpPr>
          <p:nvPr>
            <p:ph sz="half" idx="2"/>
          </p:nvPr>
        </p:nvSpPr>
        <p:spPr>
          <a:xfrm>
            <a:off x="7406640" y="2190750"/>
            <a:ext cx="6217920" cy="5221606"/>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BB7033F0-2C94-4F00-B058-12EE2CC65D4D}"/>
              </a:ext>
            </a:extLst>
          </p:cNvPr>
          <p:cNvSpPr>
            <a:spLocks noGrp="1"/>
          </p:cNvSpPr>
          <p:nvPr>
            <p:ph type="dt" sz="half" idx="10"/>
          </p:nvPr>
        </p:nvSpPr>
        <p:spPr>
          <a:xfrm>
            <a:off x="1005840" y="7627621"/>
            <a:ext cx="3291840" cy="438150"/>
          </a:xfrm>
          <a:prstGeom prst="rect">
            <a:avLst/>
          </a:prstGeom>
        </p:spPr>
        <p:txBody>
          <a:bodyPr/>
          <a:lstStyle/>
          <a:p>
            <a:fld id="{52797931-FE49-422B-B904-92BD32A3D76D}" type="datetimeFigureOut">
              <a:rPr lang="es-AR" smtClean="0"/>
              <a:t>13/4/2026</a:t>
            </a:fld>
            <a:endParaRPr lang="es-AR"/>
          </a:p>
        </p:txBody>
      </p:sp>
      <p:sp>
        <p:nvSpPr>
          <p:cNvPr id="6" name="Marcador de pie de página 5">
            <a:extLst>
              <a:ext uri="{FF2B5EF4-FFF2-40B4-BE49-F238E27FC236}">
                <a16:creationId xmlns:a16="http://schemas.microsoft.com/office/drawing/2014/main" id="{0B2AC4FD-2F30-40A2-A160-9C6FBFF4EEE6}"/>
              </a:ext>
            </a:extLst>
          </p:cNvPr>
          <p:cNvSpPr>
            <a:spLocks noGrp="1"/>
          </p:cNvSpPr>
          <p:nvPr>
            <p:ph type="ftr" sz="quarter" idx="11"/>
          </p:nvPr>
        </p:nvSpPr>
        <p:spPr>
          <a:xfrm>
            <a:off x="4846320" y="7627621"/>
            <a:ext cx="4937760" cy="438150"/>
          </a:xfrm>
          <a:prstGeom prst="rect">
            <a:avLst/>
          </a:prstGeom>
        </p:spPr>
        <p:txBody>
          <a:bodyPr/>
          <a:lstStyle/>
          <a:p>
            <a:endParaRPr lang="es-AR"/>
          </a:p>
        </p:txBody>
      </p:sp>
      <p:sp>
        <p:nvSpPr>
          <p:cNvPr id="7" name="Marcador de número de diapositiva 6">
            <a:extLst>
              <a:ext uri="{FF2B5EF4-FFF2-40B4-BE49-F238E27FC236}">
                <a16:creationId xmlns:a16="http://schemas.microsoft.com/office/drawing/2014/main" id="{855CC69E-8BCE-4C0B-ADB1-97C8949B0D85}"/>
              </a:ext>
            </a:extLst>
          </p:cNvPr>
          <p:cNvSpPr>
            <a:spLocks noGrp="1"/>
          </p:cNvSpPr>
          <p:nvPr>
            <p:ph type="sldNum" sz="quarter" idx="12"/>
          </p:nvPr>
        </p:nvSpPr>
        <p:spPr>
          <a:xfrm>
            <a:off x="10332720" y="7627621"/>
            <a:ext cx="3291840" cy="438150"/>
          </a:xfrm>
          <a:prstGeom prst="rect">
            <a:avLst/>
          </a:prstGeom>
        </p:spPr>
        <p:txBody>
          <a:bodyPr/>
          <a:lstStyle/>
          <a:p>
            <a:fld id="{F8498D28-AADB-454D-9A5E-5A25B086DD15}" type="slidenum">
              <a:rPr lang="es-AR" smtClean="0"/>
              <a:t>‹Nº›</a:t>
            </a:fld>
            <a:endParaRPr lang="es-AR"/>
          </a:p>
        </p:txBody>
      </p:sp>
    </p:spTree>
    <p:extLst>
      <p:ext uri="{BB962C8B-B14F-4D97-AF65-F5344CB8AC3E}">
        <p14:creationId xmlns:p14="http://schemas.microsoft.com/office/powerpoint/2010/main" val="1741354701"/>
      </p:ext>
    </p:extLst>
  </p:cSld>
  <p:clrMapOvr>
    <a:masterClrMapping/>
  </p:clrMapOvr>
  <p:transition spd="slow">
    <p:push dir="u"/>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ED571B-B609-4945-A1F6-7854ED0B9C15}"/>
              </a:ext>
            </a:extLst>
          </p:cNvPr>
          <p:cNvSpPr>
            <a:spLocks noGrp="1"/>
          </p:cNvSpPr>
          <p:nvPr>
            <p:ph type="title"/>
          </p:nvPr>
        </p:nvSpPr>
        <p:spPr>
          <a:xfrm>
            <a:off x="1007746" y="438150"/>
            <a:ext cx="12618720" cy="1590676"/>
          </a:xfrm>
          <a:prstGeom prst="rect">
            <a:avLst/>
          </a:prstGeo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E47D5172-1597-4C7D-9D16-4B588F96A56A}"/>
              </a:ext>
            </a:extLst>
          </p:cNvPr>
          <p:cNvSpPr>
            <a:spLocks noGrp="1"/>
          </p:cNvSpPr>
          <p:nvPr>
            <p:ph type="body" idx="1"/>
          </p:nvPr>
        </p:nvSpPr>
        <p:spPr>
          <a:xfrm>
            <a:off x="1007746" y="2017396"/>
            <a:ext cx="6189344" cy="988694"/>
          </a:xfrm>
          <a:prstGeom prst="rect">
            <a:avLst/>
          </a:prstGeo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7BEB8F9-8D27-417C-A686-833A91919E8A}"/>
              </a:ext>
            </a:extLst>
          </p:cNvPr>
          <p:cNvSpPr>
            <a:spLocks noGrp="1"/>
          </p:cNvSpPr>
          <p:nvPr>
            <p:ph sz="half" idx="2"/>
          </p:nvPr>
        </p:nvSpPr>
        <p:spPr>
          <a:xfrm>
            <a:off x="1007746" y="3006090"/>
            <a:ext cx="6189344" cy="4421506"/>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36CC6E9F-2CF2-4A63-9D4A-0AAAA050C5E8}"/>
              </a:ext>
            </a:extLst>
          </p:cNvPr>
          <p:cNvSpPr>
            <a:spLocks noGrp="1"/>
          </p:cNvSpPr>
          <p:nvPr>
            <p:ph type="body" sz="quarter" idx="3"/>
          </p:nvPr>
        </p:nvSpPr>
        <p:spPr>
          <a:xfrm>
            <a:off x="7406640" y="2017396"/>
            <a:ext cx="6219826" cy="988694"/>
          </a:xfrm>
          <a:prstGeom prst="rect">
            <a:avLst/>
          </a:prstGeo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E706C6B-DB2D-42B6-8722-8D7888B974F2}"/>
              </a:ext>
            </a:extLst>
          </p:cNvPr>
          <p:cNvSpPr>
            <a:spLocks noGrp="1"/>
          </p:cNvSpPr>
          <p:nvPr>
            <p:ph sz="quarter" idx="4"/>
          </p:nvPr>
        </p:nvSpPr>
        <p:spPr>
          <a:xfrm>
            <a:off x="7406640" y="3006090"/>
            <a:ext cx="6219826" cy="4421506"/>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0652C2C9-0476-4538-8736-B4E20348260B}"/>
              </a:ext>
            </a:extLst>
          </p:cNvPr>
          <p:cNvSpPr>
            <a:spLocks noGrp="1"/>
          </p:cNvSpPr>
          <p:nvPr>
            <p:ph type="dt" sz="half" idx="10"/>
          </p:nvPr>
        </p:nvSpPr>
        <p:spPr>
          <a:xfrm>
            <a:off x="1005840" y="7627621"/>
            <a:ext cx="3291840" cy="438150"/>
          </a:xfrm>
          <a:prstGeom prst="rect">
            <a:avLst/>
          </a:prstGeom>
        </p:spPr>
        <p:txBody>
          <a:bodyPr/>
          <a:lstStyle/>
          <a:p>
            <a:fld id="{52797931-FE49-422B-B904-92BD32A3D76D}" type="datetimeFigureOut">
              <a:rPr lang="es-AR" smtClean="0"/>
              <a:t>13/4/2026</a:t>
            </a:fld>
            <a:endParaRPr lang="es-AR"/>
          </a:p>
        </p:txBody>
      </p:sp>
      <p:sp>
        <p:nvSpPr>
          <p:cNvPr id="8" name="Marcador de pie de página 7">
            <a:extLst>
              <a:ext uri="{FF2B5EF4-FFF2-40B4-BE49-F238E27FC236}">
                <a16:creationId xmlns:a16="http://schemas.microsoft.com/office/drawing/2014/main" id="{229D586D-F1C5-456C-B0D1-6086163A042C}"/>
              </a:ext>
            </a:extLst>
          </p:cNvPr>
          <p:cNvSpPr>
            <a:spLocks noGrp="1"/>
          </p:cNvSpPr>
          <p:nvPr>
            <p:ph type="ftr" sz="quarter" idx="11"/>
          </p:nvPr>
        </p:nvSpPr>
        <p:spPr>
          <a:xfrm>
            <a:off x="4846320" y="7627621"/>
            <a:ext cx="4937760" cy="438150"/>
          </a:xfrm>
          <a:prstGeom prst="rect">
            <a:avLst/>
          </a:prstGeom>
        </p:spPr>
        <p:txBody>
          <a:bodyPr/>
          <a:lstStyle/>
          <a:p>
            <a:endParaRPr lang="es-AR"/>
          </a:p>
        </p:txBody>
      </p:sp>
      <p:sp>
        <p:nvSpPr>
          <p:cNvPr id="9" name="Marcador de número de diapositiva 8">
            <a:extLst>
              <a:ext uri="{FF2B5EF4-FFF2-40B4-BE49-F238E27FC236}">
                <a16:creationId xmlns:a16="http://schemas.microsoft.com/office/drawing/2014/main" id="{092FB9BC-773A-4110-AEA8-C857EF40346A}"/>
              </a:ext>
            </a:extLst>
          </p:cNvPr>
          <p:cNvSpPr>
            <a:spLocks noGrp="1"/>
          </p:cNvSpPr>
          <p:nvPr>
            <p:ph type="sldNum" sz="quarter" idx="12"/>
          </p:nvPr>
        </p:nvSpPr>
        <p:spPr>
          <a:xfrm>
            <a:off x="10332720" y="7627621"/>
            <a:ext cx="3291840" cy="438150"/>
          </a:xfrm>
          <a:prstGeom prst="rect">
            <a:avLst/>
          </a:prstGeom>
        </p:spPr>
        <p:txBody>
          <a:bodyPr/>
          <a:lstStyle/>
          <a:p>
            <a:fld id="{F8498D28-AADB-454D-9A5E-5A25B086DD15}" type="slidenum">
              <a:rPr lang="es-AR" smtClean="0"/>
              <a:t>‹Nº›</a:t>
            </a:fld>
            <a:endParaRPr lang="es-AR"/>
          </a:p>
        </p:txBody>
      </p:sp>
    </p:spTree>
    <p:extLst>
      <p:ext uri="{BB962C8B-B14F-4D97-AF65-F5344CB8AC3E}">
        <p14:creationId xmlns:p14="http://schemas.microsoft.com/office/powerpoint/2010/main" val="4024471719"/>
      </p:ext>
    </p:extLst>
  </p:cSld>
  <p:clrMapOvr>
    <a:masterClrMapping/>
  </p:clrMapOvr>
  <p:transition spd="slow">
    <p:push dir="u"/>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59DF51-3F9C-458A-B5D0-ECFC7E639B9D}"/>
              </a:ext>
            </a:extLst>
          </p:cNvPr>
          <p:cNvSpPr>
            <a:spLocks noGrp="1"/>
          </p:cNvSpPr>
          <p:nvPr>
            <p:ph type="title"/>
          </p:nvPr>
        </p:nvSpPr>
        <p:spPr>
          <a:xfrm>
            <a:off x="1005840" y="438150"/>
            <a:ext cx="12618720" cy="1590676"/>
          </a:xfrm>
          <a:prstGeom prst="rect">
            <a:avLst/>
          </a:prstGeom>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B65582F1-D0CB-4E81-908D-32782BA0325F}"/>
              </a:ext>
            </a:extLst>
          </p:cNvPr>
          <p:cNvSpPr>
            <a:spLocks noGrp="1"/>
          </p:cNvSpPr>
          <p:nvPr>
            <p:ph type="dt" sz="half" idx="10"/>
          </p:nvPr>
        </p:nvSpPr>
        <p:spPr>
          <a:xfrm>
            <a:off x="1005840" y="7627621"/>
            <a:ext cx="3291840" cy="438150"/>
          </a:xfrm>
          <a:prstGeom prst="rect">
            <a:avLst/>
          </a:prstGeom>
        </p:spPr>
        <p:txBody>
          <a:bodyPr/>
          <a:lstStyle/>
          <a:p>
            <a:fld id="{52797931-FE49-422B-B904-92BD32A3D76D}" type="datetimeFigureOut">
              <a:rPr lang="es-AR" smtClean="0"/>
              <a:t>13/4/2026</a:t>
            </a:fld>
            <a:endParaRPr lang="es-AR"/>
          </a:p>
        </p:txBody>
      </p:sp>
      <p:sp>
        <p:nvSpPr>
          <p:cNvPr id="4" name="Marcador de pie de página 3">
            <a:extLst>
              <a:ext uri="{FF2B5EF4-FFF2-40B4-BE49-F238E27FC236}">
                <a16:creationId xmlns:a16="http://schemas.microsoft.com/office/drawing/2014/main" id="{B3CD4D6D-645A-4F4C-B133-3D4ED8E51D73}"/>
              </a:ext>
            </a:extLst>
          </p:cNvPr>
          <p:cNvSpPr>
            <a:spLocks noGrp="1"/>
          </p:cNvSpPr>
          <p:nvPr>
            <p:ph type="ftr" sz="quarter" idx="11"/>
          </p:nvPr>
        </p:nvSpPr>
        <p:spPr>
          <a:xfrm>
            <a:off x="4846320" y="7627621"/>
            <a:ext cx="4937760" cy="438150"/>
          </a:xfrm>
          <a:prstGeom prst="rect">
            <a:avLst/>
          </a:prstGeom>
        </p:spPr>
        <p:txBody>
          <a:bodyPr/>
          <a:lstStyle/>
          <a:p>
            <a:endParaRPr lang="es-AR"/>
          </a:p>
        </p:txBody>
      </p:sp>
      <p:sp>
        <p:nvSpPr>
          <p:cNvPr id="5" name="Marcador de número de diapositiva 4">
            <a:extLst>
              <a:ext uri="{FF2B5EF4-FFF2-40B4-BE49-F238E27FC236}">
                <a16:creationId xmlns:a16="http://schemas.microsoft.com/office/drawing/2014/main" id="{1D9369D8-32DF-4F4B-BD41-62A0FA656E57}"/>
              </a:ext>
            </a:extLst>
          </p:cNvPr>
          <p:cNvSpPr>
            <a:spLocks noGrp="1"/>
          </p:cNvSpPr>
          <p:nvPr>
            <p:ph type="sldNum" sz="quarter" idx="12"/>
          </p:nvPr>
        </p:nvSpPr>
        <p:spPr>
          <a:xfrm>
            <a:off x="10332720" y="7627621"/>
            <a:ext cx="3291840" cy="438150"/>
          </a:xfrm>
          <a:prstGeom prst="rect">
            <a:avLst/>
          </a:prstGeom>
        </p:spPr>
        <p:txBody>
          <a:bodyPr/>
          <a:lstStyle/>
          <a:p>
            <a:fld id="{F8498D28-AADB-454D-9A5E-5A25B086DD15}" type="slidenum">
              <a:rPr lang="es-AR" smtClean="0"/>
              <a:t>‹Nº›</a:t>
            </a:fld>
            <a:endParaRPr lang="es-AR"/>
          </a:p>
        </p:txBody>
      </p:sp>
    </p:spTree>
    <p:extLst>
      <p:ext uri="{BB962C8B-B14F-4D97-AF65-F5344CB8AC3E}">
        <p14:creationId xmlns:p14="http://schemas.microsoft.com/office/powerpoint/2010/main" val="663275327"/>
      </p:ext>
    </p:extLst>
  </p:cSld>
  <p:clrMapOvr>
    <a:masterClrMapping/>
  </p:clrMapOvr>
  <p:transition spd="slow">
    <p:push dir="u"/>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9ECD40C-698A-45D2-9C78-488770EC3B14}"/>
              </a:ext>
            </a:extLst>
          </p:cNvPr>
          <p:cNvSpPr>
            <a:spLocks noGrp="1"/>
          </p:cNvSpPr>
          <p:nvPr>
            <p:ph type="dt" sz="half" idx="10"/>
          </p:nvPr>
        </p:nvSpPr>
        <p:spPr>
          <a:xfrm>
            <a:off x="1005840" y="7627621"/>
            <a:ext cx="3291840" cy="438150"/>
          </a:xfrm>
          <a:prstGeom prst="rect">
            <a:avLst/>
          </a:prstGeom>
        </p:spPr>
        <p:txBody>
          <a:bodyPr/>
          <a:lstStyle/>
          <a:p>
            <a:fld id="{52797931-FE49-422B-B904-92BD32A3D76D}" type="datetimeFigureOut">
              <a:rPr lang="es-AR" smtClean="0"/>
              <a:t>13/4/2026</a:t>
            </a:fld>
            <a:endParaRPr lang="es-AR"/>
          </a:p>
        </p:txBody>
      </p:sp>
      <p:sp>
        <p:nvSpPr>
          <p:cNvPr id="3" name="Marcador de pie de página 2">
            <a:extLst>
              <a:ext uri="{FF2B5EF4-FFF2-40B4-BE49-F238E27FC236}">
                <a16:creationId xmlns:a16="http://schemas.microsoft.com/office/drawing/2014/main" id="{57F172F0-9771-4CAB-9AF0-3E8BFBA4D1F5}"/>
              </a:ext>
            </a:extLst>
          </p:cNvPr>
          <p:cNvSpPr>
            <a:spLocks noGrp="1"/>
          </p:cNvSpPr>
          <p:nvPr>
            <p:ph type="ftr" sz="quarter" idx="11"/>
          </p:nvPr>
        </p:nvSpPr>
        <p:spPr>
          <a:xfrm>
            <a:off x="4846320" y="7627621"/>
            <a:ext cx="4937760" cy="438150"/>
          </a:xfrm>
          <a:prstGeom prst="rect">
            <a:avLst/>
          </a:prstGeom>
        </p:spPr>
        <p:txBody>
          <a:bodyPr/>
          <a:lstStyle/>
          <a:p>
            <a:endParaRPr lang="es-AR"/>
          </a:p>
        </p:txBody>
      </p:sp>
      <p:sp>
        <p:nvSpPr>
          <p:cNvPr id="4" name="Marcador de número de diapositiva 3">
            <a:extLst>
              <a:ext uri="{FF2B5EF4-FFF2-40B4-BE49-F238E27FC236}">
                <a16:creationId xmlns:a16="http://schemas.microsoft.com/office/drawing/2014/main" id="{35877159-5889-4624-8A24-171DA636FDAA}"/>
              </a:ext>
            </a:extLst>
          </p:cNvPr>
          <p:cNvSpPr>
            <a:spLocks noGrp="1"/>
          </p:cNvSpPr>
          <p:nvPr>
            <p:ph type="sldNum" sz="quarter" idx="12"/>
          </p:nvPr>
        </p:nvSpPr>
        <p:spPr>
          <a:xfrm>
            <a:off x="10332720" y="7627621"/>
            <a:ext cx="3291840" cy="438150"/>
          </a:xfrm>
          <a:prstGeom prst="rect">
            <a:avLst/>
          </a:prstGeom>
        </p:spPr>
        <p:txBody>
          <a:bodyPr/>
          <a:lstStyle/>
          <a:p>
            <a:fld id="{F8498D28-AADB-454D-9A5E-5A25B086DD15}" type="slidenum">
              <a:rPr lang="es-AR" smtClean="0"/>
              <a:t>‹Nº›</a:t>
            </a:fld>
            <a:endParaRPr lang="es-AR"/>
          </a:p>
        </p:txBody>
      </p:sp>
    </p:spTree>
    <p:extLst>
      <p:ext uri="{BB962C8B-B14F-4D97-AF65-F5344CB8AC3E}">
        <p14:creationId xmlns:p14="http://schemas.microsoft.com/office/powerpoint/2010/main" val="893722418"/>
      </p:ext>
    </p:extLst>
  </p:cSld>
  <p:clrMapOvr>
    <a:masterClrMapping/>
  </p:clrMapOvr>
  <p:transition spd="slow">
    <p:push dir="u"/>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C3C21E-8D09-42C1-A8B5-5A95E035131C}"/>
              </a:ext>
            </a:extLst>
          </p:cNvPr>
          <p:cNvSpPr>
            <a:spLocks noGrp="1"/>
          </p:cNvSpPr>
          <p:nvPr>
            <p:ph type="title"/>
          </p:nvPr>
        </p:nvSpPr>
        <p:spPr>
          <a:xfrm>
            <a:off x="1007746" y="548640"/>
            <a:ext cx="4718684" cy="1920240"/>
          </a:xfrm>
          <a:prstGeom prst="rect">
            <a:avLst/>
          </a:prstGeom>
        </p:spPr>
        <p:txBody>
          <a:bodyPr anchor="b"/>
          <a:lstStyle>
            <a:lvl1pPr>
              <a:defRPr sz="384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584867D3-F191-4AA0-9054-E0EC765C946F}"/>
              </a:ext>
            </a:extLst>
          </p:cNvPr>
          <p:cNvSpPr>
            <a:spLocks noGrp="1"/>
          </p:cNvSpPr>
          <p:nvPr>
            <p:ph idx="1"/>
          </p:nvPr>
        </p:nvSpPr>
        <p:spPr>
          <a:xfrm>
            <a:off x="6219826" y="1184911"/>
            <a:ext cx="7406640" cy="5848350"/>
          </a:xfrm>
          <a:prstGeom prst="rect">
            <a:avLst/>
          </a:prstGeo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FA0E65A4-AACE-4A4F-8018-D4351876618D}"/>
              </a:ext>
            </a:extLst>
          </p:cNvPr>
          <p:cNvSpPr>
            <a:spLocks noGrp="1"/>
          </p:cNvSpPr>
          <p:nvPr>
            <p:ph type="body" sz="half" idx="2"/>
          </p:nvPr>
        </p:nvSpPr>
        <p:spPr>
          <a:xfrm>
            <a:off x="1007746" y="2468880"/>
            <a:ext cx="4718684" cy="4573906"/>
          </a:xfrm>
          <a:prstGeom prst="rect">
            <a:avLst/>
          </a:prstGeo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DD937AD-6AB5-4AC7-B54F-274B51522EFE}"/>
              </a:ext>
            </a:extLst>
          </p:cNvPr>
          <p:cNvSpPr>
            <a:spLocks noGrp="1"/>
          </p:cNvSpPr>
          <p:nvPr>
            <p:ph type="dt" sz="half" idx="10"/>
          </p:nvPr>
        </p:nvSpPr>
        <p:spPr>
          <a:xfrm>
            <a:off x="1005840" y="7627621"/>
            <a:ext cx="3291840" cy="438150"/>
          </a:xfrm>
          <a:prstGeom prst="rect">
            <a:avLst/>
          </a:prstGeom>
        </p:spPr>
        <p:txBody>
          <a:bodyPr/>
          <a:lstStyle/>
          <a:p>
            <a:fld id="{52797931-FE49-422B-B904-92BD32A3D76D}" type="datetimeFigureOut">
              <a:rPr lang="es-AR" smtClean="0"/>
              <a:t>13/4/2026</a:t>
            </a:fld>
            <a:endParaRPr lang="es-AR"/>
          </a:p>
        </p:txBody>
      </p:sp>
      <p:sp>
        <p:nvSpPr>
          <p:cNvPr id="6" name="Marcador de pie de página 5">
            <a:extLst>
              <a:ext uri="{FF2B5EF4-FFF2-40B4-BE49-F238E27FC236}">
                <a16:creationId xmlns:a16="http://schemas.microsoft.com/office/drawing/2014/main" id="{D044C449-D909-4D86-A1EF-76008D823914}"/>
              </a:ext>
            </a:extLst>
          </p:cNvPr>
          <p:cNvSpPr>
            <a:spLocks noGrp="1"/>
          </p:cNvSpPr>
          <p:nvPr>
            <p:ph type="ftr" sz="quarter" idx="11"/>
          </p:nvPr>
        </p:nvSpPr>
        <p:spPr>
          <a:xfrm>
            <a:off x="4846320" y="7627621"/>
            <a:ext cx="4937760" cy="438150"/>
          </a:xfrm>
          <a:prstGeom prst="rect">
            <a:avLst/>
          </a:prstGeom>
        </p:spPr>
        <p:txBody>
          <a:bodyPr/>
          <a:lstStyle/>
          <a:p>
            <a:endParaRPr lang="es-AR"/>
          </a:p>
        </p:txBody>
      </p:sp>
      <p:sp>
        <p:nvSpPr>
          <p:cNvPr id="7" name="Marcador de número de diapositiva 6">
            <a:extLst>
              <a:ext uri="{FF2B5EF4-FFF2-40B4-BE49-F238E27FC236}">
                <a16:creationId xmlns:a16="http://schemas.microsoft.com/office/drawing/2014/main" id="{F9454E14-6FB7-472D-9E14-99D14FF99293}"/>
              </a:ext>
            </a:extLst>
          </p:cNvPr>
          <p:cNvSpPr>
            <a:spLocks noGrp="1"/>
          </p:cNvSpPr>
          <p:nvPr>
            <p:ph type="sldNum" sz="quarter" idx="12"/>
          </p:nvPr>
        </p:nvSpPr>
        <p:spPr>
          <a:xfrm>
            <a:off x="10332720" y="7627621"/>
            <a:ext cx="3291840" cy="438150"/>
          </a:xfrm>
          <a:prstGeom prst="rect">
            <a:avLst/>
          </a:prstGeom>
        </p:spPr>
        <p:txBody>
          <a:bodyPr/>
          <a:lstStyle/>
          <a:p>
            <a:fld id="{F8498D28-AADB-454D-9A5E-5A25B086DD15}" type="slidenum">
              <a:rPr lang="es-AR" smtClean="0"/>
              <a:t>‹Nº›</a:t>
            </a:fld>
            <a:endParaRPr lang="es-AR"/>
          </a:p>
        </p:txBody>
      </p:sp>
    </p:spTree>
    <p:extLst>
      <p:ext uri="{BB962C8B-B14F-4D97-AF65-F5344CB8AC3E}">
        <p14:creationId xmlns:p14="http://schemas.microsoft.com/office/powerpoint/2010/main" val="3188446204"/>
      </p:ext>
    </p:extLst>
  </p:cSld>
  <p:clrMapOvr>
    <a:masterClrMapping/>
  </p:clrMapOvr>
  <p:transition spd="slow">
    <p:push dir="u"/>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F7B429-2F7D-4160-A0B1-1C523E803D06}"/>
              </a:ext>
            </a:extLst>
          </p:cNvPr>
          <p:cNvSpPr>
            <a:spLocks noGrp="1"/>
          </p:cNvSpPr>
          <p:nvPr>
            <p:ph type="title"/>
          </p:nvPr>
        </p:nvSpPr>
        <p:spPr>
          <a:xfrm>
            <a:off x="1007746" y="548640"/>
            <a:ext cx="4718684" cy="1920240"/>
          </a:xfrm>
          <a:prstGeom prst="rect">
            <a:avLst/>
          </a:prstGeom>
        </p:spPr>
        <p:txBody>
          <a:bodyPr anchor="b"/>
          <a:lstStyle>
            <a:lvl1pPr>
              <a:defRPr sz="384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8145B17B-FD95-4F17-BB97-C0E0B570542B}"/>
              </a:ext>
            </a:extLst>
          </p:cNvPr>
          <p:cNvSpPr>
            <a:spLocks noGrp="1"/>
          </p:cNvSpPr>
          <p:nvPr>
            <p:ph type="pic" idx="1"/>
          </p:nvPr>
        </p:nvSpPr>
        <p:spPr>
          <a:xfrm>
            <a:off x="6219826" y="1184911"/>
            <a:ext cx="7406640" cy="5848350"/>
          </a:xfrm>
          <a:prstGeom prst="rect">
            <a:avLst/>
          </a:prstGeo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s-AR"/>
          </a:p>
        </p:txBody>
      </p:sp>
      <p:sp>
        <p:nvSpPr>
          <p:cNvPr id="4" name="Marcador de texto 3">
            <a:extLst>
              <a:ext uri="{FF2B5EF4-FFF2-40B4-BE49-F238E27FC236}">
                <a16:creationId xmlns:a16="http://schemas.microsoft.com/office/drawing/2014/main" id="{6BB646E7-EE2D-4E6C-82CC-43F3A1FE4A14}"/>
              </a:ext>
            </a:extLst>
          </p:cNvPr>
          <p:cNvSpPr>
            <a:spLocks noGrp="1"/>
          </p:cNvSpPr>
          <p:nvPr>
            <p:ph type="body" sz="half" idx="2"/>
          </p:nvPr>
        </p:nvSpPr>
        <p:spPr>
          <a:xfrm>
            <a:off x="1007746" y="2468880"/>
            <a:ext cx="4718684" cy="4573906"/>
          </a:xfrm>
          <a:prstGeom prst="rect">
            <a:avLst/>
          </a:prstGeo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4686C25-3D53-4391-9400-C60698E039E4}"/>
              </a:ext>
            </a:extLst>
          </p:cNvPr>
          <p:cNvSpPr>
            <a:spLocks noGrp="1"/>
          </p:cNvSpPr>
          <p:nvPr>
            <p:ph type="dt" sz="half" idx="10"/>
          </p:nvPr>
        </p:nvSpPr>
        <p:spPr>
          <a:xfrm>
            <a:off x="1005840" y="7627621"/>
            <a:ext cx="3291840" cy="438150"/>
          </a:xfrm>
          <a:prstGeom prst="rect">
            <a:avLst/>
          </a:prstGeom>
        </p:spPr>
        <p:txBody>
          <a:bodyPr/>
          <a:lstStyle/>
          <a:p>
            <a:fld id="{52797931-FE49-422B-B904-92BD32A3D76D}" type="datetimeFigureOut">
              <a:rPr lang="es-AR" smtClean="0"/>
              <a:t>13/4/2026</a:t>
            </a:fld>
            <a:endParaRPr lang="es-AR"/>
          </a:p>
        </p:txBody>
      </p:sp>
      <p:sp>
        <p:nvSpPr>
          <p:cNvPr id="6" name="Marcador de pie de página 5">
            <a:extLst>
              <a:ext uri="{FF2B5EF4-FFF2-40B4-BE49-F238E27FC236}">
                <a16:creationId xmlns:a16="http://schemas.microsoft.com/office/drawing/2014/main" id="{FF24C836-4AAF-41C0-BD69-1E80BE9FDFC6}"/>
              </a:ext>
            </a:extLst>
          </p:cNvPr>
          <p:cNvSpPr>
            <a:spLocks noGrp="1"/>
          </p:cNvSpPr>
          <p:nvPr>
            <p:ph type="ftr" sz="quarter" idx="11"/>
          </p:nvPr>
        </p:nvSpPr>
        <p:spPr>
          <a:xfrm>
            <a:off x="4846320" y="7627621"/>
            <a:ext cx="4937760" cy="438150"/>
          </a:xfrm>
          <a:prstGeom prst="rect">
            <a:avLst/>
          </a:prstGeom>
        </p:spPr>
        <p:txBody>
          <a:bodyPr/>
          <a:lstStyle/>
          <a:p>
            <a:endParaRPr lang="es-AR"/>
          </a:p>
        </p:txBody>
      </p:sp>
      <p:sp>
        <p:nvSpPr>
          <p:cNvPr id="7" name="Marcador de número de diapositiva 6">
            <a:extLst>
              <a:ext uri="{FF2B5EF4-FFF2-40B4-BE49-F238E27FC236}">
                <a16:creationId xmlns:a16="http://schemas.microsoft.com/office/drawing/2014/main" id="{E4177A8F-135F-4D1B-8A11-C345550BE453}"/>
              </a:ext>
            </a:extLst>
          </p:cNvPr>
          <p:cNvSpPr>
            <a:spLocks noGrp="1"/>
          </p:cNvSpPr>
          <p:nvPr>
            <p:ph type="sldNum" sz="quarter" idx="12"/>
          </p:nvPr>
        </p:nvSpPr>
        <p:spPr>
          <a:xfrm>
            <a:off x="10332720" y="7627621"/>
            <a:ext cx="3291840" cy="438150"/>
          </a:xfrm>
          <a:prstGeom prst="rect">
            <a:avLst/>
          </a:prstGeom>
        </p:spPr>
        <p:txBody>
          <a:bodyPr/>
          <a:lstStyle/>
          <a:p>
            <a:fld id="{F8498D28-AADB-454D-9A5E-5A25B086DD15}" type="slidenum">
              <a:rPr lang="es-AR" smtClean="0"/>
              <a:t>‹Nº›</a:t>
            </a:fld>
            <a:endParaRPr lang="es-AR"/>
          </a:p>
        </p:txBody>
      </p:sp>
    </p:spTree>
    <p:extLst>
      <p:ext uri="{BB962C8B-B14F-4D97-AF65-F5344CB8AC3E}">
        <p14:creationId xmlns:p14="http://schemas.microsoft.com/office/powerpoint/2010/main" val="1873828070"/>
      </p:ext>
    </p:extLst>
  </p:cSld>
  <p:clrMapOvr>
    <a:masterClrMapping/>
  </p:clrMapOvr>
  <p:transition spd="slow">
    <p:push dir="u"/>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9DD358-E746-4E3B-95C7-6603424962A2}"/>
              </a:ext>
            </a:extLst>
          </p:cNvPr>
          <p:cNvSpPr>
            <a:spLocks noGrp="1"/>
          </p:cNvSpPr>
          <p:nvPr>
            <p:ph type="title"/>
          </p:nvPr>
        </p:nvSpPr>
        <p:spPr>
          <a:xfrm>
            <a:off x="1005840" y="438150"/>
            <a:ext cx="12618720" cy="1590676"/>
          </a:xfrm>
          <a:prstGeom prst="rect">
            <a:avLst/>
          </a:prstGeom>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8AFD907F-BFFE-4C7D-A033-B6E92C29162B}"/>
              </a:ext>
            </a:extLst>
          </p:cNvPr>
          <p:cNvSpPr>
            <a:spLocks noGrp="1"/>
          </p:cNvSpPr>
          <p:nvPr>
            <p:ph type="body" orient="vert" idx="1"/>
          </p:nvPr>
        </p:nvSpPr>
        <p:spPr>
          <a:xfrm>
            <a:off x="1005840" y="2190750"/>
            <a:ext cx="12618720" cy="5221606"/>
          </a:xfrm>
          <a:prstGeom prst="rect">
            <a:avLst/>
          </a:prstGeo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84B6DF30-BCB2-4BBF-B20C-EF007A6B475E}"/>
              </a:ext>
            </a:extLst>
          </p:cNvPr>
          <p:cNvSpPr>
            <a:spLocks noGrp="1"/>
          </p:cNvSpPr>
          <p:nvPr>
            <p:ph type="dt" sz="half" idx="10"/>
          </p:nvPr>
        </p:nvSpPr>
        <p:spPr>
          <a:xfrm>
            <a:off x="1005840" y="7627621"/>
            <a:ext cx="3291840" cy="438150"/>
          </a:xfrm>
          <a:prstGeom prst="rect">
            <a:avLst/>
          </a:prstGeom>
        </p:spPr>
        <p:txBody>
          <a:bodyPr/>
          <a:lstStyle/>
          <a:p>
            <a:fld id="{52797931-FE49-422B-B904-92BD32A3D76D}" type="datetimeFigureOut">
              <a:rPr lang="es-AR" smtClean="0"/>
              <a:t>13/4/2026</a:t>
            </a:fld>
            <a:endParaRPr lang="es-AR"/>
          </a:p>
        </p:txBody>
      </p:sp>
      <p:sp>
        <p:nvSpPr>
          <p:cNvPr id="5" name="Marcador de pie de página 4">
            <a:extLst>
              <a:ext uri="{FF2B5EF4-FFF2-40B4-BE49-F238E27FC236}">
                <a16:creationId xmlns:a16="http://schemas.microsoft.com/office/drawing/2014/main" id="{3261490C-DAF7-4906-A32D-AF62B8A9A7E1}"/>
              </a:ext>
            </a:extLst>
          </p:cNvPr>
          <p:cNvSpPr>
            <a:spLocks noGrp="1"/>
          </p:cNvSpPr>
          <p:nvPr>
            <p:ph type="ftr" sz="quarter" idx="11"/>
          </p:nvPr>
        </p:nvSpPr>
        <p:spPr>
          <a:xfrm>
            <a:off x="4846320" y="7627621"/>
            <a:ext cx="4937760" cy="438150"/>
          </a:xfrm>
          <a:prstGeom prst="rect">
            <a:avLst/>
          </a:prstGeom>
        </p:spPr>
        <p:txBody>
          <a:bodyPr/>
          <a:lstStyle/>
          <a:p>
            <a:endParaRPr lang="es-AR"/>
          </a:p>
        </p:txBody>
      </p:sp>
      <p:sp>
        <p:nvSpPr>
          <p:cNvPr id="6" name="Marcador de número de diapositiva 5">
            <a:extLst>
              <a:ext uri="{FF2B5EF4-FFF2-40B4-BE49-F238E27FC236}">
                <a16:creationId xmlns:a16="http://schemas.microsoft.com/office/drawing/2014/main" id="{095B33CC-08BE-47F0-8B42-D13455D0FC02}"/>
              </a:ext>
            </a:extLst>
          </p:cNvPr>
          <p:cNvSpPr>
            <a:spLocks noGrp="1"/>
          </p:cNvSpPr>
          <p:nvPr>
            <p:ph type="sldNum" sz="quarter" idx="12"/>
          </p:nvPr>
        </p:nvSpPr>
        <p:spPr>
          <a:xfrm>
            <a:off x="10332720" y="7627621"/>
            <a:ext cx="3291840" cy="438150"/>
          </a:xfrm>
          <a:prstGeom prst="rect">
            <a:avLst/>
          </a:prstGeom>
        </p:spPr>
        <p:txBody>
          <a:bodyPr/>
          <a:lstStyle/>
          <a:p>
            <a:fld id="{F8498D28-AADB-454D-9A5E-5A25B086DD15}" type="slidenum">
              <a:rPr lang="es-AR" smtClean="0"/>
              <a:t>‹Nº›</a:t>
            </a:fld>
            <a:endParaRPr lang="es-AR"/>
          </a:p>
        </p:txBody>
      </p:sp>
    </p:spTree>
    <p:extLst>
      <p:ext uri="{BB962C8B-B14F-4D97-AF65-F5344CB8AC3E}">
        <p14:creationId xmlns:p14="http://schemas.microsoft.com/office/powerpoint/2010/main" val="1170521039"/>
      </p:ext>
    </p:extLst>
  </p:cSld>
  <p:clrMapOvr>
    <a:masterClrMapping/>
  </p:clrMapOvr>
  <p:transition spd="slow">
    <p:push dir="u"/>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2FE4134-DE51-4460-AE4F-8EF09369232D}"/>
              </a:ext>
            </a:extLst>
          </p:cNvPr>
          <p:cNvSpPr>
            <a:spLocks noGrp="1"/>
          </p:cNvSpPr>
          <p:nvPr>
            <p:ph type="title" orient="vert"/>
          </p:nvPr>
        </p:nvSpPr>
        <p:spPr>
          <a:xfrm>
            <a:off x="10469880" y="438150"/>
            <a:ext cx="3154680" cy="6974206"/>
          </a:xfrm>
          <a:prstGeom prst="rect">
            <a:avLst/>
          </a:prstGeo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A9698C57-FFD0-4D6B-BF83-D023437A1B76}"/>
              </a:ext>
            </a:extLst>
          </p:cNvPr>
          <p:cNvSpPr>
            <a:spLocks noGrp="1"/>
          </p:cNvSpPr>
          <p:nvPr>
            <p:ph type="body" orient="vert" idx="1"/>
          </p:nvPr>
        </p:nvSpPr>
        <p:spPr>
          <a:xfrm>
            <a:off x="1005840" y="438150"/>
            <a:ext cx="9281160" cy="6974206"/>
          </a:xfrm>
          <a:prstGeom prst="rect">
            <a:avLst/>
          </a:prstGeo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5D3B89F3-F403-4B8E-8D99-EF30ADA6B222}"/>
              </a:ext>
            </a:extLst>
          </p:cNvPr>
          <p:cNvSpPr>
            <a:spLocks noGrp="1"/>
          </p:cNvSpPr>
          <p:nvPr>
            <p:ph type="dt" sz="half" idx="10"/>
          </p:nvPr>
        </p:nvSpPr>
        <p:spPr>
          <a:xfrm>
            <a:off x="1005840" y="7627621"/>
            <a:ext cx="3291840" cy="438150"/>
          </a:xfrm>
          <a:prstGeom prst="rect">
            <a:avLst/>
          </a:prstGeom>
        </p:spPr>
        <p:txBody>
          <a:bodyPr/>
          <a:lstStyle/>
          <a:p>
            <a:fld id="{52797931-FE49-422B-B904-92BD32A3D76D}" type="datetimeFigureOut">
              <a:rPr lang="es-AR" smtClean="0"/>
              <a:t>13/4/2026</a:t>
            </a:fld>
            <a:endParaRPr lang="es-AR"/>
          </a:p>
        </p:txBody>
      </p:sp>
      <p:sp>
        <p:nvSpPr>
          <p:cNvPr id="5" name="Marcador de pie de página 4">
            <a:extLst>
              <a:ext uri="{FF2B5EF4-FFF2-40B4-BE49-F238E27FC236}">
                <a16:creationId xmlns:a16="http://schemas.microsoft.com/office/drawing/2014/main" id="{E8E3973F-5451-4E19-BB2E-A2DA058756DE}"/>
              </a:ext>
            </a:extLst>
          </p:cNvPr>
          <p:cNvSpPr>
            <a:spLocks noGrp="1"/>
          </p:cNvSpPr>
          <p:nvPr>
            <p:ph type="ftr" sz="quarter" idx="11"/>
          </p:nvPr>
        </p:nvSpPr>
        <p:spPr>
          <a:xfrm>
            <a:off x="4846320" y="7627621"/>
            <a:ext cx="4937760" cy="438150"/>
          </a:xfrm>
          <a:prstGeom prst="rect">
            <a:avLst/>
          </a:prstGeom>
        </p:spPr>
        <p:txBody>
          <a:bodyPr/>
          <a:lstStyle/>
          <a:p>
            <a:endParaRPr lang="es-AR"/>
          </a:p>
        </p:txBody>
      </p:sp>
      <p:sp>
        <p:nvSpPr>
          <p:cNvPr id="6" name="Marcador de número de diapositiva 5">
            <a:extLst>
              <a:ext uri="{FF2B5EF4-FFF2-40B4-BE49-F238E27FC236}">
                <a16:creationId xmlns:a16="http://schemas.microsoft.com/office/drawing/2014/main" id="{008B4E8C-1554-417B-BB8F-47E1B0A3DF50}"/>
              </a:ext>
            </a:extLst>
          </p:cNvPr>
          <p:cNvSpPr>
            <a:spLocks noGrp="1"/>
          </p:cNvSpPr>
          <p:nvPr>
            <p:ph type="sldNum" sz="quarter" idx="12"/>
          </p:nvPr>
        </p:nvSpPr>
        <p:spPr>
          <a:xfrm>
            <a:off x="10332720" y="7627621"/>
            <a:ext cx="3291840" cy="438150"/>
          </a:xfrm>
          <a:prstGeom prst="rect">
            <a:avLst/>
          </a:prstGeom>
        </p:spPr>
        <p:txBody>
          <a:bodyPr/>
          <a:lstStyle/>
          <a:p>
            <a:fld id="{F8498D28-AADB-454D-9A5E-5A25B086DD15}" type="slidenum">
              <a:rPr lang="es-AR" smtClean="0"/>
              <a:t>‹Nº›</a:t>
            </a:fld>
            <a:endParaRPr lang="es-AR"/>
          </a:p>
        </p:txBody>
      </p:sp>
    </p:spTree>
    <p:extLst>
      <p:ext uri="{BB962C8B-B14F-4D97-AF65-F5344CB8AC3E}">
        <p14:creationId xmlns:p14="http://schemas.microsoft.com/office/powerpoint/2010/main" val="3336211766"/>
      </p:ext>
    </p:extLst>
  </p:cSld>
  <p:clrMapOvr>
    <a:masterClrMapping/>
  </p:clrMapOvr>
  <p:transition spd="slow">
    <p:push dir="u"/>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9219779"/>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5.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8B4ABEC1-171E-4FEB-BBCB-592AD6178270}"/>
              </a:ext>
            </a:extLst>
          </p:cNvPr>
          <p:cNvPicPr>
            <a:picLocks noChangeAspect="1"/>
          </p:cNvPicPr>
          <p:nvPr userDrawn="1"/>
        </p:nvPicPr>
        <p:blipFill rotWithShape="1">
          <a:blip r:embed="rId14">
            <a:extLst>
              <a:ext uri="{28A0092B-C50C-407E-A947-70E740481C1C}">
                <a14:useLocalDpi xmlns:a14="http://schemas.microsoft.com/office/drawing/2010/main"/>
              </a:ext>
            </a:extLst>
          </a:blip>
          <a:srcRect l="16027" t="24695" r="15395" b="29386"/>
          <a:stretch/>
        </p:blipFill>
        <p:spPr>
          <a:xfrm>
            <a:off x="12564271" y="7588577"/>
            <a:ext cx="2066130" cy="635796"/>
          </a:xfrm>
          <a:prstGeom prst="rect">
            <a:avLst/>
          </a:prstGeom>
        </p:spPr>
      </p:pic>
      <p:pic>
        <p:nvPicPr>
          <p:cNvPr id="9" name="Gráfico 8">
            <a:extLst>
              <a:ext uri="{FF2B5EF4-FFF2-40B4-BE49-F238E27FC236}">
                <a16:creationId xmlns:a16="http://schemas.microsoft.com/office/drawing/2014/main" id="{36E01DFA-9770-45A7-9FF6-6A03BE6F67BD}"/>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 y="653511"/>
            <a:ext cx="14630400" cy="80796"/>
          </a:xfrm>
          <a:prstGeom prst="rect">
            <a:avLst/>
          </a:prstGeom>
        </p:spPr>
      </p:pic>
      <p:pic>
        <p:nvPicPr>
          <p:cNvPr id="10" name="Gráfico 9">
            <a:extLst>
              <a:ext uri="{FF2B5EF4-FFF2-40B4-BE49-F238E27FC236}">
                <a16:creationId xmlns:a16="http://schemas.microsoft.com/office/drawing/2014/main" id="{F46C915A-17D8-485B-99E4-B867363437B4}"/>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1" y="5246"/>
            <a:ext cx="14630400" cy="621438"/>
          </a:xfrm>
          <a:prstGeom prst="rect">
            <a:avLst/>
          </a:prstGeom>
        </p:spPr>
      </p:pic>
    </p:spTree>
    <p:extLst>
      <p:ext uri="{BB962C8B-B14F-4D97-AF65-F5344CB8AC3E}">
        <p14:creationId xmlns:p14="http://schemas.microsoft.com/office/powerpoint/2010/main" val="1890430408"/>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transition spd="slow">
    <p:push dir="u"/>
  </p:transition>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s-AR"/>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287321" y="127500"/>
            <a:ext cx="8749308" cy="411718"/>
          </a:xfrm>
          <a:prstGeom prst="rect">
            <a:avLst/>
          </a:prstGeom>
          <a:noFill/>
          <a:ln/>
        </p:spPr>
        <p:txBody>
          <a:bodyPr wrap="none" lIns="0" tIns="0" rIns="0" bIns="0" rtlCol="0" anchor="t"/>
          <a:lstStyle/>
          <a:p>
            <a:pPr>
              <a:lnSpc>
                <a:spcPts val="3200"/>
              </a:lnSpc>
            </a:pPr>
            <a:r>
              <a:rPr lang="en-US" sz="2550" b="1" i="1" dirty="0" err="1">
                <a:solidFill>
                  <a:schemeClr val="bg1"/>
                </a:solidFill>
                <a:latin typeface="Arial" panose="020B0604020202020204" pitchFamily="34" charset="0"/>
                <a:ea typeface="Sora Semi Bold" pitchFamily="34" charset="-122"/>
                <a:cs typeface="Arial" panose="020B0604020202020204" pitchFamily="34" charset="0"/>
              </a:rPr>
              <a:t>Ampliación</a:t>
            </a:r>
            <a:r>
              <a:rPr lang="en-US" sz="2550" b="1" i="1" dirty="0">
                <a:solidFill>
                  <a:schemeClr val="bg1"/>
                </a:solidFill>
                <a:latin typeface="Arial" panose="020B0604020202020204" pitchFamily="34" charset="0"/>
                <a:ea typeface="Sora Semi Bold" pitchFamily="34" charset="-122"/>
                <a:cs typeface="Arial" panose="020B0604020202020204" pitchFamily="34" charset="0"/>
              </a:rPr>
              <a:t> </a:t>
            </a:r>
            <a:r>
              <a:rPr lang="en-US" sz="2550" b="1" i="1" dirty="0" err="1">
                <a:solidFill>
                  <a:schemeClr val="bg1"/>
                </a:solidFill>
                <a:latin typeface="Arial" panose="020B0604020202020204" pitchFamily="34" charset="0"/>
                <a:ea typeface="Sora Semi Bold" pitchFamily="34" charset="-122"/>
                <a:cs typeface="Arial" panose="020B0604020202020204" pitchFamily="34" charset="0"/>
              </a:rPr>
              <a:t>Frutas</a:t>
            </a:r>
            <a:r>
              <a:rPr lang="en-US" sz="2550" b="1" i="1" dirty="0">
                <a:solidFill>
                  <a:schemeClr val="bg1"/>
                </a:solidFill>
                <a:latin typeface="Arial" panose="020B0604020202020204" pitchFamily="34" charset="0"/>
                <a:ea typeface="Sora Semi Bold" pitchFamily="34" charset="-122"/>
                <a:cs typeface="Arial" panose="020B0604020202020204" pitchFamily="34" charset="0"/>
              </a:rPr>
              <a:t> y </a:t>
            </a:r>
            <a:r>
              <a:rPr lang="en-US" sz="2550" b="1" i="1" dirty="0" err="1">
                <a:solidFill>
                  <a:schemeClr val="bg1"/>
                </a:solidFill>
                <a:latin typeface="Arial" panose="020B0604020202020204" pitchFamily="34" charset="0"/>
                <a:ea typeface="Sora Semi Bold" pitchFamily="34" charset="-122"/>
                <a:cs typeface="Arial" panose="020B0604020202020204" pitchFamily="34" charset="0"/>
              </a:rPr>
              <a:t>Verduras</a:t>
            </a:r>
            <a:endParaRPr lang="en-US" sz="2550" b="1" i="1" dirty="0">
              <a:solidFill>
                <a:schemeClr val="bg1"/>
              </a:solidFill>
              <a:latin typeface="Arial" panose="020B0604020202020204" pitchFamily="34" charset="0"/>
              <a:cs typeface="Arial" panose="020B0604020202020204" pitchFamily="34" charset="0"/>
            </a:endParaRPr>
          </a:p>
        </p:txBody>
      </p:sp>
      <p:sp>
        <p:nvSpPr>
          <p:cNvPr id="3" name="Text 1"/>
          <p:cNvSpPr/>
          <p:nvPr/>
        </p:nvSpPr>
        <p:spPr>
          <a:xfrm>
            <a:off x="136773" y="905345"/>
            <a:ext cx="1647230" cy="205978"/>
          </a:xfrm>
          <a:prstGeom prst="rect">
            <a:avLst/>
          </a:prstGeom>
          <a:noFill/>
          <a:ln/>
        </p:spPr>
        <p:txBody>
          <a:bodyPr wrap="none" lIns="0" tIns="0" rIns="0" bIns="0" rtlCol="0" anchor="t"/>
          <a:lstStyle/>
          <a:p>
            <a:pPr marL="0" indent="0" algn="l">
              <a:lnSpc>
                <a:spcPts val="1600"/>
              </a:lnSpc>
              <a:buNone/>
            </a:pPr>
            <a:r>
              <a:rPr lang="en-US" sz="2400" b="1" dirty="0">
                <a:solidFill>
                  <a:srgbClr val="000000"/>
                </a:solidFill>
                <a:latin typeface="Arial" panose="020B0604020202020204" pitchFamily="34" charset="0"/>
                <a:ea typeface="Sora Semi Bold" pitchFamily="34" charset="-122"/>
                <a:cs typeface="Arial" panose="020B0604020202020204" pitchFamily="34" charset="0"/>
              </a:rPr>
              <a:t>🎯</a:t>
            </a:r>
            <a:r>
              <a:rPr lang="en-US" b="1" dirty="0">
                <a:solidFill>
                  <a:srgbClr val="1F1E1E"/>
                </a:solidFill>
                <a:latin typeface="Arial" panose="020B0604020202020204" pitchFamily="34" charset="0"/>
                <a:ea typeface="Sora Semi Bold" pitchFamily="34" charset="-122"/>
                <a:cs typeface="Arial" panose="020B0604020202020204" pitchFamily="34" charset="0"/>
              </a:rPr>
              <a:t> </a:t>
            </a:r>
            <a:r>
              <a:rPr lang="en-US" b="1" dirty="0" err="1">
                <a:solidFill>
                  <a:srgbClr val="1F1E1E"/>
                </a:solidFill>
                <a:latin typeface="Arial" panose="020B0604020202020204" pitchFamily="34" charset="0"/>
                <a:ea typeface="Sora Semi Bold" pitchFamily="34" charset="-122"/>
                <a:cs typeface="Arial" panose="020B0604020202020204" pitchFamily="34" charset="0"/>
              </a:rPr>
              <a:t>Objetivo</a:t>
            </a:r>
            <a:endParaRPr lang="en-US" b="1" dirty="0">
              <a:latin typeface="Arial" panose="020B0604020202020204" pitchFamily="34" charset="0"/>
              <a:cs typeface="Arial" panose="020B0604020202020204" pitchFamily="34" charset="0"/>
            </a:endParaRPr>
          </a:p>
        </p:txBody>
      </p:sp>
      <p:sp>
        <p:nvSpPr>
          <p:cNvPr id="4" name="Text 2"/>
          <p:cNvSpPr/>
          <p:nvPr/>
        </p:nvSpPr>
        <p:spPr>
          <a:xfrm>
            <a:off x="200629" y="1125685"/>
            <a:ext cx="6825028" cy="968055"/>
          </a:xfrm>
          <a:prstGeom prst="rect">
            <a:avLst/>
          </a:prstGeom>
          <a:noFill/>
          <a:ln/>
        </p:spPr>
        <p:txBody>
          <a:bodyPr wrap="square" lIns="0" tIns="0" rIns="0" bIns="0" rtlCol="0" anchor="t"/>
          <a:lstStyle/>
          <a:p>
            <a:pPr algn="just">
              <a:lnSpc>
                <a:spcPts val="1550"/>
              </a:lnSpc>
            </a:pPr>
            <a:r>
              <a:rPr lang="es-ES" sz="1300" dirty="0">
                <a:latin typeface="Arial" panose="020B0604020202020204" pitchFamily="34" charset="0"/>
                <a:ea typeface="Calibri" panose="020F0502020204030204" pitchFamily="34" charset="0"/>
                <a:cs typeface="Times New Roman" panose="02020603050405020304" pitchFamily="18" charset="0"/>
              </a:rPr>
              <a:t>Se proyecta la construcción de un nuevo dock de recepción en la parte posterior de la cámara T01, con el objetivo de optimizar el flujo de productos dentro del Centro de Distribución (CD).En este contexto, el 100% de la recepción de Frutas y Verduras se realizará en la parte posterior del CD, mientras que los docks actualmente ubicados en el frente quedarán destinados exclusivamente a las operaciones de despacho.</a:t>
            </a:r>
          </a:p>
        </p:txBody>
      </p:sp>
      <p:sp>
        <p:nvSpPr>
          <p:cNvPr id="5" name="Text 3"/>
          <p:cNvSpPr/>
          <p:nvPr/>
        </p:nvSpPr>
        <p:spPr>
          <a:xfrm>
            <a:off x="136773" y="2138954"/>
            <a:ext cx="2024301" cy="205978"/>
          </a:xfrm>
          <a:prstGeom prst="rect">
            <a:avLst/>
          </a:prstGeom>
          <a:noFill/>
          <a:ln/>
        </p:spPr>
        <p:txBody>
          <a:bodyPr wrap="none" lIns="0" tIns="0" rIns="0" bIns="0" rtlCol="0" anchor="t"/>
          <a:lstStyle/>
          <a:p>
            <a:pPr marL="0" indent="0" algn="l">
              <a:lnSpc>
                <a:spcPts val="1600"/>
              </a:lnSpc>
              <a:buNone/>
            </a:pPr>
            <a:r>
              <a:rPr lang="en-US" sz="2400" b="1" dirty="0">
                <a:solidFill>
                  <a:srgbClr val="000000"/>
                </a:solidFill>
                <a:latin typeface="Arial" panose="020B0604020202020204" pitchFamily="34" charset="0"/>
                <a:ea typeface="Sora Semi Bold" pitchFamily="34" charset="-122"/>
                <a:cs typeface="Arial" panose="020B0604020202020204" pitchFamily="34" charset="0"/>
              </a:rPr>
              <a:t>✔️</a:t>
            </a:r>
            <a:r>
              <a:rPr lang="en-US" b="1" dirty="0">
                <a:solidFill>
                  <a:srgbClr val="1F1E1E"/>
                </a:solidFill>
                <a:latin typeface="Arial" panose="020B0604020202020204" pitchFamily="34" charset="0"/>
                <a:ea typeface="Sora Semi Bold" pitchFamily="34" charset="-122"/>
                <a:cs typeface="Arial" panose="020B0604020202020204" pitchFamily="34" charset="0"/>
              </a:rPr>
              <a:t> Alcance del Proyecto</a:t>
            </a:r>
            <a:endParaRPr lang="en-US" b="1" dirty="0">
              <a:latin typeface="Arial" panose="020B0604020202020204" pitchFamily="34" charset="0"/>
              <a:cs typeface="Arial" panose="020B0604020202020204" pitchFamily="34" charset="0"/>
            </a:endParaRPr>
          </a:p>
        </p:txBody>
      </p:sp>
      <p:sp>
        <p:nvSpPr>
          <p:cNvPr id="6" name="Text 4"/>
          <p:cNvSpPr/>
          <p:nvPr/>
        </p:nvSpPr>
        <p:spPr>
          <a:xfrm>
            <a:off x="175019" y="2400188"/>
            <a:ext cx="6750117" cy="4801314"/>
          </a:xfrm>
          <a:prstGeom prst="rect">
            <a:avLst/>
          </a:prstGeom>
          <a:noFill/>
          <a:ln/>
        </p:spPr>
        <p:txBody>
          <a:bodyPr wrap="square" lIns="0" tIns="0" rIns="0" bIns="0" rtlCol="0" anchor="t">
            <a:spAutoFit/>
          </a:bodyPr>
          <a:lstStyle/>
          <a:p>
            <a:pPr algn="just"/>
            <a:r>
              <a:rPr lang="es-ES" sz="1300" dirty="0">
                <a:latin typeface="Arial" panose="020B0604020202020204" pitchFamily="34" charset="0"/>
                <a:cs typeface="Arial" panose="020B0604020202020204" pitchFamily="34" charset="0"/>
              </a:rPr>
              <a:t>El proyecto incluye:</a:t>
            </a:r>
          </a:p>
          <a:p>
            <a:pPr marL="285750" indent="-285750" algn="just">
              <a:buFontTx/>
              <a:buChar char="-"/>
            </a:pPr>
            <a:r>
              <a:rPr lang="es-ES" sz="1300" b="1" dirty="0">
                <a:latin typeface="Arial" panose="020B0604020202020204" pitchFamily="34" charset="0"/>
                <a:cs typeface="Arial" panose="020B0604020202020204" pitchFamily="34" charset="0"/>
              </a:rPr>
              <a:t>Ampliación de la nave actual: </a:t>
            </a:r>
            <a:r>
              <a:rPr lang="es-ES" sz="1300" dirty="0">
                <a:latin typeface="Arial" panose="020B0604020202020204" pitchFamily="34" charset="0"/>
                <a:cs typeface="Arial" panose="020B0604020202020204" pitchFamily="34" charset="0"/>
              </a:rPr>
              <a:t>Su nuevo limite perimetral se encontrará alineado con el dock de congelados (se correrá aproximadamente 14m hacia atrás). Se buscará eliminar las columnas que no sean estructurales y adaptar las dársenas a las columnas restantes. </a:t>
            </a:r>
          </a:p>
          <a:p>
            <a:pPr marL="285750" indent="-285750" algn="just">
              <a:buFontTx/>
              <a:buChar char="-"/>
            </a:pPr>
            <a:r>
              <a:rPr lang="es-ES" sz="1300" b="1" dirty="0">
                <a:latin typeface="Arial" panose="020B0604020202020204" pitchFamily="34" charset="0"/>
                <a:cs typeface="Arial" panose="020B0604020202020204" pitchFamily="34" charset="0"/>
              </a:rPr>
              <a:t>Nuevo dock: </a:t>
            </a:r>
            <a:r>
              <a:rPr lang="es-ES" sz="1300" dirty="0">
                <a:latin typeface="Arial" panose="020B0604020202020204" pitchFamily="34" charset="0"/>
                <a:cs typeface="Arial" panose="020B0604020202020204" pitchFamily="34" charset="0"/>
              </a:rPr>
              <a:t>Se construirá un nuevo dock de recepción el cual contará con </a:t>
            </a:r>
            <a:r>
              <a:rPr lang="es-ES" sz="1300" b="1" dirty="0">
                <a:solidFill>
                  <a:srgbClr val="FF0000"/>
                </a:solidFill>
                <a:latin typeface="Arial" panose="020B0604020202020204" pitchFamily="34" charset="0"/>
                <a:cs typeface="Arial" panose="020B0604020202020204" pitchFamily="34" charset="0"/>
              </a:rPr>
              <a:t>XX</a:t>
            </a:r>
            <a:r>
              <a:rPr lang="es-ES" sz="1300" dirty="0">
                <a:latin typeface="Arial" panose="020B0604020202020204" pitchFamily="34" charset="0"/>
                <a:cs typeface="Arial" panose="020B0604020202020204" pitchFamily="34" charset="0"/>
              </a:rPr>
              <a:t> dársenas. Las mismas contarán con puertas levadizas automáticas y rampas móviles. Contara con semáforo interno y externo, identificación de puerta y brazo móvil de iluminación interior.</a:t>
            </a:r>
          </a:p>
          <a:p>
            <a:pPr marL="285750" indent="-285750" algn="just">
              <a:buFontTx/>
              <a:buChar char="-"/>
            </a:pPr>
            <a:r>
              <a:rPr lang="es-ES" sz="1300" b="1" dirty="0">
                <a:latin typeface="Arial" panose="020B0604020202020204" pitchFamily="34" charset="0"/>
                <a:cs typeface="Arial" panose="020B0604020202020204" pitchFamily="34" charset="0"/>
              </a:rPr>
              <a:t>Playa de maniobra de camiones: </a:t>
            </a:r>
            <a:r>
              <a:rPr lang="es-ES" sz="1300" dirty="0">
                <a:latin typeface="Arial" panose="020B0604020202020204" pitchFamily="34" charset="0"/>
                <a:cs typeface="Arial" panose="020B0604020202020204" pitchFamily="34" charset="0"/>
              </a:rPr>
              <a:t>Se construirá una playa de maniobra con un declive del </a:t>
            </a:r>
            <a:r>
              <a:rPr lang="es-ES" sz="1300" dirty="0">
                <a:solidFill>
                  <a:srgbClr val="FF0000"/>
                </a:solidFill>
                <a:latin typeface="Arial" panose="020B0604020202020204" pitchFamily="34" charset="0"/>
                <a:cs typeface="Arial" panose="020B0604020202020204" pitchFamily="34" charset="0"/>
              </a:rPr>
              <a:t>3% </a:t>
            </a:r>
            <a:r>
              <a:rPr lang="es-ES" sz="1300" dirty="0">
                <a:latin typeface="Arial" panose="020B0604020202020204" pitchFamily="34" charset="0"/>
                <a:cs typeface="Arial" panose="020B0604020202020204" pitchFamily="34" charset="0"/>
              </a:rPr>
              <a:t>hacia el dock y se considerará el correspondiente desagüe pluvial para evitar la acumulación de agua en el punto más bajo. </a:t>
            </a:r>
            <a:r>
              <a:rPr lang="es-ES" sz="1300" dirty="0">
                <a:solidFill>
                  <a:srgbClr val="FF0000"/>
                </a:solidFill>
                <a:latin typeface="Arial" panose="020B0604020202020204" pitchFamily="34" charset="0"/>
                <a:cs typeface="Arial" panose="020B0604020202020204" pitchFamily="34" charset="0"/>
              </a:rPr>
              <a:t>Se colocarán guiadores de carril.</a:t>
            </a:r>
            <a:endParaRPr lang="es-ES" sz="1300" b="1" dirty="0">
              <a:solidFill>
                <a:srgbClr val="FF0000"/>
              </a:solidFill>
              <a:latin typeface="Arial" panose="020B0604020202020204" pitchFamily="34" charset="0"/>
              <a:cs typeface="Arial" panose="020B0604020202020204" pitchFamily="34" charset="0"/>
            </a:endParaRPr>
          </a:p>
          <a:p>
            <a:pPr marL="285750" indent="-285750" algn="just">
              <a:buFontTx/>
              <a:buChar char="-"/>
            </a:pPr>
            <a:r>
              <a:rPr lang="es-ES" sz="1300" b="1" dirty="0">
                <a:latin typeface="Arial" panose="020B0604020202020204" pitchFamily="34" charset="0"/>
                <a:cs typeface="Arial" panose="020B0604020202020204" pitchFamily="34" charset="0"/>
              </a:rPr>
              <a:t>Playa de descarga lateral: </a:t>
            </a:r>
            <a:r>
              <a:rPr lang="es-ES" sz="1300" dirty="0">
                <a:latin typeface="Arial" panose="020B0604020202020204" pitchFamily="34" charset="0"/>
                <a:cs typeface="Arial" panose="020B0604020202020204" pitchFamily="34" charset="0"/>
              </a:rPr>
              <a:t>Se construirá una playa de descarga lateral la cual se encontrará al NPT del dock y contará con un techo para mantenerla operativa los días de lluvia.</a:t>
            </a:r>
            <a:endParaRPr lang="es-ES" sz="1300" b="1" dirty="0">
              <a:latin typeface="Arial" panose="020B0604020202020204" pitchFamily="34" charset="0"/>
              <a:cs typeface="Arial" panose="020B0604020202020204" pitchFamily="34" charset="0"/>
            </a:endParaRPr>
          </a:p>
          <a:p>
            <a:pPr marL="285750" indent="-285750" algn="just">
              <a:buFontTx/>
              <a:buChar char="-"/>
            </a:pPr>
            <a:r>
              <a:rPr lang="es-ES" sz="1300" b="1" dirty="0">
                <a:latin typeface="Arial" panose="020B0604020202020204" pitchFamily="34" charset="0"/>
                <a:cs typeface="Arial" panose="020B0604020202020204" pitchFamily="34" charset="0"/>
              </a:rPr>
              <a:t>Oficina de recepción: </a:t>
            </a:r>
            <a:r>
              <a:rPr lang="es-ES" sz="1300" dirty="0">
                <a:latin typeface="Arial" panose="020B0604020202020204" pitchFamily="34" charset="0"/>
                <a:cs typeface="Arial" panose="020B0604020202020204" pitchFamily="34" charset="0"/>
              </a:rPr>
              <a:t>Se construirá una oficina con las siguientes áreas: Área administrativa de recepción, sala de espera de camioneros, sanitarios empleados y sanitarios camioneros, departamento de calidad.</a:t>
            </a:r>
            <a:endParaRPr lang="es-ES" sz="1300" b="1" dirty="0">
              <a:latin typeface="Arial" panose="020B0604020202020204" pitchFamily="34" charset="0"/>
              <a:cs typeface="Arial" panose="020B0604020202020204" pitchFamily="34" charset="0"/>
            </a:endParaRPr>
          </a:p>
          <a:p>
            <a:pPr marL="285750" indent="-285750" algn="just">
              <a:buFontTx/>
              <a:buChar char="-"/>
            </a:pPr>
            <a:r>
              <a:rPr lang="es-ES" sz="1300" b="1" dirty="0">
                <a:latin typeface="Arial" panose="020B0604020202020204" pitchFamily="34" charset="0"/>
                <a:cs typeface="Arial" panose="020B0604020202020204" pitchFamily="34" charset="0"/>
              </a:rPr>
              <a:t>Ampliación de frio alimentario: </a:t>
            </a:r>
            <a:r>
              <a:rPr lang="es-ES" sz="1300" dirty="0">
                <a:latin typeface="Arial" panose="020B0604020202020204" pitchFamily="34" charset="0"/>
                <a:cs typeface="Arial" panose="020B0604020202020204" pitchFamily="34" charset="0"/>
              </a:rPr>
              <a:t>Se ampliará el frio alimentario disponible mediante la instalación nuevos equipos.</a:t>
            </a:r>
          </a:p>
          <a:p>
            <a:pPr marL="285750" indent="-285750" algn="just">
              <a:buFontTx/>
              <a:buChar char="-"/>
            </a:pPr>
            <a:r>
              <a:rPr lang="es-ES" sz="1300" b="1" dirty="0">
                <a:latin typeface="Arial" panose="020B0604020202020204" pitchFamily="34" charset="0"/>
                <a:cs typeface="Arial" panose="020B0604020202020204" pitchFamily="34" charset="0"/>
              </a:rPr>
              <a:t>Remodelación Sala de maquinas: </a:t>
            </a:r>
            <a:r>
              <a:rPr lang="es-ES" sz="1300" dirty="0">
                <a:latin typeface="Arial" panose="020B0604020202020204" pitchFamily="34" charset="0"/>
                <a:cs typeface="Arial" panose="020B0604020202020204" pitchFamily="34" charset="0"/>
              </a:rPr>
              <a:t>En función de la ampliación del frio alimentario, se remodelará la sala de maquina en función de generar vacante física para los equipos.</a:t>
            </a:r>
          </a:p>
          <a:p>
            <a:pPr marL="285750" indent="-285750" algn="just">
              <a:buFontTx/>
              <a:buChar char="-"/>
            </a:pPr>
            <a:r>
              <a:rPr lang="es-ES" sz="1300" b="1" dirty="0">
                <a:latin typeface="Arial" panose="020B0604020202020204" pitchFamily="34" charset="0"/>
                <a:cs typeface="Arial" panose="020B0604020202020204" pitchFamily="34" charset="0"/>
              </a:rPr>
              <a:t>Instalaciones auxiliares: </a:t>
            </a:r>
            <a:r>
              <a:rPr lang="es-ES" sz="1300" dirty="0">
                <a:latin typeface="Arial" panose="020B0604020202020204" pitchFamily="34" charset="0"/>
                <a:cs typeface="Arial" panose="020B0604020202020204" pitchFamily="34" charset="0"/>
              </a:rPr>
              <a:t>Se reubicarán los servicios que sean afectados (red de agua, filtros sanitarios, red eléctrica, aire comprimido, etc.)</a:t>
            </a:r>
            <a:endParaRPr lang="es-ES" sz="1300" b="1" dirty="0">
              <a:latin typeface="Arial" panose="020B0604020202020204" pitchFamily="34" charset="0"/>
              <a:cs typeface="Arial" panose="020B0604020202020204" pitchFamily="34" charset="0"/>
            </a:endParaRPr>
          </a:p>
        </p:txBody>
      </p:sp>
      <p:sp>
        <p:nvSpPr>
          <p:cNvPr id="28" name="Text 26"/>
          <p:cNvSpPr/>
          <p:nvPr/>
        </p:nvSpPr>
        <p:spPr>
          <a:xfrm>
            <a:off x="7464990" y="7506513"/>
            <a:ext cx="2844998" cy="205978"/>
          </a:xfrm>
          <a:prstGeom prst="rect">
            <a:avLst/>
          </a:prstGeom>
          <a:noFill/>
          <a:ln/>
        </p:spPr>
        <p:txBody>
          <a:bodyPr wrap="none" lIns="0" tIns="0" rIns="0" bIns="0" rtlCol="0" anchor="t"/>
          <a:lstStyle/>
          <a:p>
            <a:pPr marL="0" indent="0" algn="l">
              <a:lnSpc>
                <a:spcPts val="1600"/>
              </a:lnSpc>
              <a:buNone/>
            </a:pPr>
            <a:r>
              <a:rPr lang="en-US" b="1" dirty="0">
                <a:solidFill>
                  <a:srgbClr val="000000"/>
                </a:solidFill>
                <a:latin typeface="Arial" panose="020B0604020202020204" pitchFamily="34" charset="0"/>
                <a:ea typeface="Sora Semi Bold" pitchFamily="34" charset="-122"/>
                <a:cs typeface="Arial" panose="020B0604020202020204" pitchFamily="34" charset="0"/>
              </a:rPr>
              <a:t>📅</a:t>
            </a:r>
            <a:r>
              <a:rPr lang="en-US" b="1" dirty="0">
                <a:solidFill>
                  <a:srgbClr val="1F1E1E"/>
                </a:solidFill>
                <a:latin typeface="Arial" panose="020B0604020202020204" pitchFamily="34" charset="0"/>
                <a:ea typeface="Sora Semi Bold" pitchFamily="34" charset="-122"/>
                <a:cs typeface="Arial" panose="020B0604020202020204" pitchFamily="34" charset="0"/>
              </a:rPr>
              <a:t> Fecha Estimada de Finalización</a:t>
            </a:r>
            <a:endParaRPr lang="en-US" b="1" dirty="0">
              <a:latin typeface="Arial" panose="020B0604020202020204" pitchFamily="34" charset="0"/>
              <a:cs typeface="Arial" panose="020B0604020202020204" pitchFamily="34" charset="0"/>
            </a:endParaRPr>
          </a:p>
        </p:txBody>
      </p:sp>
      <p:sp>
        <p:nvSpPr>
          <p:cNvPr id="29" name="Text 27"/>
          <p:cNvSpPr/>
          <p:nvPr/>
        </p:nvSpPr>
        <p:spPr>
          <a:xfrm>
            <a:off x="6737066" y="7518925"/>
            <a:ext cx="5727740" cy="568285"/>
          </a:xfrm>
          <a:prstGeom prst="rect">
            <a:avLst/>
          </a:prstGeom>
          <a:noFill/>
          <a:ln/>
        </p:spPr>
        <p:txBody>
          <a:bodyPr wrap="none" lIns="0" tIns="0" rIns="0" bIns="0" rtlCol="0" anchor="t"/>
          <a:lstStyle/>
          <a:p>
            <a:pPr marL="0" indent="0" algn="ctr">
              <a:lnSpc>
                <a:spcPts val="4450"/>
              </a:lnSpc>
              <a:buNone/>
            </a:pPr>
            <a:r>
              <a:rPr lang="en-US" sz="1300" dirty="0">
                <a:solidFill>
                  <a:srgbClr val="626C3B"/>
                </a:solidFill>
                <a:latin typeface="Arial" panose="020B0604020202020204" pitchFamily="34" charset="0"/>
                <a:ea typeface="Sora Semi Bold" pitchFamily="34" charset="-122"/>
                <a:cs typeface="Arial" panose="020B0604020202020204" pitchFamily="34" charset="0"/>
              </a:rPr>
              <a:t>1-jun</a:t>
            </a:r>
            <a:endParaRPr lang="en-US" sz="1300" dirty="0">
              <a:latin typeface="Arial" panose="020B0604020202020204" pitchFamily="34" charset="0"/>
              <a:cs typeface="Arial" panose="020B0604020202020204" pitchFamily="34" charset="0"/>
            </a:endParaRPr>
          </a:p>
        </p:txBody>
      </p:sp>
      <p:sp>
        <p:nvSpPr>
          <p:cNvPr id="30" name="Text 28"/>
          <p:cNvSpPr/>
          <p:nvPr/>
        </p:nvSpPr>
        <p:spPr>
          <a:xfrm>
            <a:off x="7483078" y="897370"/>
            <a:ext cx="1938218" cy="205978"/>
          </a:xfrm>
          <a:prstGeom prst="rect">
            <a:avLst/>
          </a:prstGeom>
          <a:noFill/>
          <a:ln/>
        </p:spPr>
        <p:txBody>
          <a:bodyPr wrap="none" lIns="0" tIns="0" rIns="0" bIns="0" rtlCol="0" anchor="t"/>
          <a:lstStyle/>
          <a:p>
            <a:pPr marL="0" indent="0" algn="l">
              <a:lnSpc>
                <a:spcPts val="1600"/>
              </a:lnSpc>
              <a:buNone/>
            </a:pPr>
            <a:r>
              <a:rPr lang="en-US" b="1" dirty="0">
                <a:solidFill>
                  <a:srgbClr val="000000"/>
                </a:solidFill>
                <a:latin typeface="Arial" panose="020B0604020202020204" pitchFamily="34" charset="0"/>
                <a:ea typeface="Sora Semi Bold" pitchFamily="34" charset="-122"/>
                <a:cs typeface="Arial" panose="020B0604020202020204" pitchFamily="34" charset="0"/>
              </a:rPr>
              <a:t>👥</a:t>
            </a:r>
            <a:r>
              <a:rPr lang="en-US" b="1" dirty="0">
                <a:solidFill>
                  <a:srgbClr val="1F1E1E"/>
                </a:solidFill>
                <a:latin typeface="Arial" panose="020B0604020202020204" pitchFamily="34" charset="0"/>
                <a:ea typeface="Sora Semi Bold" pitchFamily="34" charset="-122"/>
                <a:cs typeface="Arial" panose="020B0604020202020204" pitchFamily="34" charset="0"/>
              </a:rPr>
              <a:t> Equipo del Proyecto</a:t>
            </a:r>
            <a:endParaRPr lang="en-US" b="1" dirty="0">
              <a:latin typeface="Arial" panose="020B0604020202020204" pitchFamily="34" charset="0"/>
              <a:cs typeface="Arial" panose="020B0604020202020204" pitchFamily="34" charset="0"/>
            </a:endParaRPr>
          </a:p>
        </p:txBody>
      </p:sp>
      <p:sp>
        <p:nvSpPr>
          <p:cNvPr id="44" name="Text 42"/>
          <p:cNvSpPr/>
          <p:nvPr/>
        </p:nvSpPr>
        <p:spPr>
          <a:xfrm>
            <a:off x="7483078" y="4740196"/>
            <a:ext cx="1680805" cy="205978"/>
          </a:xfrm>
          <a:prstGeom prst="rect">
            <a:avLst/>
          </a:prstGeom>
          <a:noFill/>
          <a:ln/>
        </p:spPr>
        <p:txBody>
          <a:bodyPr wrap="none" lIns="0" tIns="0" rIns="0" bIns="0" rtlCol="0" anchor="t"/>
          <a:lstStyle/>
          <a:p>
            <a:pPr marL="0" indent="0" algn="l">
              <a:lnSpc>
                <a:spcPts val="1600"/>
              </a:lnSpc>
              <a:buNone/>
            </a:pPr>
            <a:r>
              <a:rPr lang="en-US" b="1" dirty="0">
                <a:solidFill>
                  <a:srgbClr val="000000"/>
                </a:solidFill>
                <a:latin typeface="Arial" panose="020B0604020202020204" pitchFamily="34" charset="0"/>
                <a:ea typeface="Sora Semi Bold" pitchFamily="34" charset="-122"/>
                <a:cs typeface="Arial" panose="020B0604020202020204" pitchFamily="34" charset="0"/>
              </a:rPr>
              <a:t>🗓️</a:t>
            </a:r>
            <a:r>
              <a:rPr lang="en-US" b="1" dirty="0">
                <a:solidFill>
                  <a:srgbClr val="1F1E1E"/>
                </a:solidFill>
                <a:latin typeface="Arial" panose="020B0604020202020204" pitchFamily="34" charset="0"/>
                <a:ea typeface="Sora Semi Bold" pitchFamily="34" charset="-122"/>
                <a:cs typeface="Arial" panose="020B0604020202020204" pitchFamily="34" charset="0"/>
              </a:rPr>
              <a:t> Hitos Principales</a:t>
            </a:r>
            <a:endParaRPr lang="en-US" b="1" dirty="0">
              <a:latin typeface="Arial" panose="020B0604020202020204" pitchFamily="34" charset="0"/>
              <a:cs typeface="Arial" panose="020B0604020202020204" pitchFamily="34" charset="0"/>
            </a:endParaRPr>
          </a:p>
        </p:txBody>
      </p:sp>
      <p:cxnSp>
        <p:nvCxnSpPr>
          <p:cNvPr id="78" name="Conector recto 77">
            <a:extLst>
              <a:ext uri="{FF2B5EF4-FFF2-40B4-BE49-F238E27FC236}">
                <a16:creationId xmlns:a16="http://schemas.microsoft.com/office/drawing/2014/main" id="{DEB7AEBE-1C7B-4AB2-AFE0-9F73E722CDF7}"/>
              </a:ext>
            </a:extLst>
          </p:cNvPr>
          <p:cNvCxnSpPr/>
          <p:nvPr/>
        </p:nvCxnSpPr>
        <p:spPr>
          <a:xfrm>
            <a:off x="7150794" y="934268"/>
            <a:ext cx="11768" cy="7003101"/>
          </a:xfrm>
          <a:prstGeom prst="line">
            <a:avLst/>
          </a:prstGeom>
          <a:ln>
            <a:solidFill>
              <a:schemeClr val="tx2">
                <a:lumMod val="20000"/>
                <a:lumOff val="80000"/>
              </a:schemeClr>
            </a:solidFill>
          </a:ln>
          <a:effectLst>
            <a:outerShdw blurRad="50800" dist="38100" dir="13500000" algn="b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8" name="Text 42">
            <a:extLst>
              <a:ext uri="{FF2B5EF4-FFF2-40B4-BE49-F238E27FC236}">
                <a16:creationId xmlns:a16="http://schemas.microsoft.com/office/drawing/2014/main" id="{BCCC0D2F-AC8A-42F5-9A5E-CFC63EA636C1}"/>
              </a:ext>
            </a:extLst>
          </p:cNvPr>
          <p:cNvSpPr/>
          <p:nvPr/>
        </p:nvSpPr>
        <p:spPr>
          <a:xfrm>
            <a:off x="568768" y="7442752"/>
            <a:ext cx="2024301" cy="144661"/>
          </a:xfrm>
          <a:prstGeom prst="rect">
            <a:avLst/>
          </a:prstGeom>
          <a:noFill/>
          <a:ln/>
        </p:spPr>
        <p:txBody>
          <a:bodyPr wrap="none" lIns="0" tIns="0" rIns="0" bIns="0" rtlCol="0" anchor="t"/>
          <a:lstStyle/>
          <a:p>
            <a:pPr marL="0" indent="0" algn="l">
              <a:lnSpc>
                <a:spcPts val="1600"/>
              </a:lnSpc>
              <a:buNone/>
            </a:pPr>
            <a:r>
              <a:rPr lang="en-US" b="1" dirty="0" err="1">
                <a:solidFill>
                  <a:srgbClr val="1F1E1E"/>
                </a:solidFill>
                <a:latin typeface="Arial" panose="020B0604020202020204" pitchFamily="34" charset="0"/>
                <a:ea typeface="Sora Semi Bold" pitchFamily="34" charset="-122"/>
                <a:cs typeface="Arial" panose="020B0604020202020204" pitchFamily="34" charset="0"/>
              </a:rPr>
              <a:t>Restricciones</a:t>
            </a:r>
            <a:r>
              <a:rPr lang="en-US" b="1" dirty="0">
                <a:solidFill>
                  <a:srgbClr val="1F1E1E"/>
                </a:solidFill>
                <a:latin typeface="Arial" panose="020B0604020202020204" pitchFamily="34" charset="0"/>
                <a:ea typeface="Sora Semi Bold" pitchFamily="34" charset="-122"/>
                <a:cs typeface="Arial" panose="020B0604020202020204" pitchFamily="34" charset="0"/>
              </a:rPr>
              <a:t> </a:t>
            </a:r>
            <a:r>
              <a:rPr lang="en-US" b="1" dirty="0" err="1">
                <a:solidFill>
                  <a:srgbClr val="1F1E1E"/>
                </a:solidFill>
                <a:latin typeface="Arial" panose="020B0604020202020204" pitchFamily="34" charset="0"/>
                <a:ea typeface="Sora Semi Bold" pitchFamily="34" charset="-122"/>
                <a:cs typeface="Arial" panose="020B0604020202020204" pitchFamily="34" charset="0"/>
              </a:rPr>
              <a:t>mayores</a:t>
            </a:r>
            <a:endParaRPr lang="en-US" b="1" dirty="0">
              <a:latin typeface="Arial" panose="020B0604020202020204" pitchFamily="34" charset="0"/>
              <a:cs typeface="Arial" panose="020B0604020202020204" pitchFamily="34" charset="0"/>
            </a:endParaRPr>
          </a:p>
        </p:txBody>
      </p:sp>
      <p:pic>
        <p:nvPicPr>
          <p:cNvPr id="9" name="Gráfico 8" descr="Prohibido">
            <a:extLst>
              <a:ext uri="{FF2B5EF4-FFF2-40B4-BE49-F238E27FC236}">
                <a16:creationId xmlns:a16="http://schemas.microsoft.com/office/drawing/2014/main" id="{84826103-87A9-48F2-95D7-DE7FAC576E6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6167" y="7328402"/>
            <a:ext cx="373360" cy="373360"/>
          </a:xfrm>
          <a:prstGeom prst="rect">
            <a:avLst/>
          </a:prstGeom>
        </p:spPr>
      </p:pic>
      <p:graphicFrame>
        <p:nvGraphicFramePr>
          <p:cNvPr id="8" name="Tabla 7">
            <a:extLst>
              <a:ext uri="{FF2B5EF4-FFF2-40B4-BE49-F238E27FC236}">
                <a16:creationId xmlns:a16="http://schemas.microsoft.com/office/drawing/2014/main" id="{F1A04064-A9EE-4376-872F-8DFEEED1B1E8}"/>
              </a:ext>
            </a:extLst>
          </p:cNvPr>
          <p:cNvGraphicFramePr>
            <a:graphicFrameLocks noGrp="1"/>
          </p:cNvGraphicFramePr>
          <p:nvPr>
            <p:extLst>
              <p:ext uri="{D42A27DB-BD31-4B8C-83A1-F6EECF244321}">
                <p14:modId xmlns:p14="http://schemas.microsoft.com/office/powerpoint/2010/main" val="241960987"/>
              </p:ext>
            </p:extLst>
          </p:nvPr>
        </p:nvGraphicFramePr>
        <p:xfrm>
          <a:off x="7428598" y="1319836"/>
          <a:ext cx="6881385" cy="2140251"/>
        </p:xfrm>
        <a:graphic>
          <a:graphicData uri="http://schemas.openxmlformats.org/drawingml/2006/table">
            <a:tbl>
              <a:tblPr firstRow="1" bandRow="1">
                <a:tableStyleId>{5940675A-B579-460E-94D1-54222C63F5DA}</a:tableStyleId>
              </a:tblPr>
              <a:tblGrid>
                <a:gridCol w="1725234">
                  <a:extLst>
                    <a:ext uri="{9D8B030D-6E8A-4147-A177-3AD203B41FA5}">
                      <a16:colId xmlns:a16="http://schemas.microsoft.com/office/drawing/2014/main" val="1975172228"/>
                    </a:ext>
                  </a:extLst>
                </a:gridCol>
                <a:gridCol w="5156151">
                  <a:extLst>
                    <a:ext uri="{9D8B030D-6E8A-4147-A177-3AD203B41FA5}">
                      <a16:colId xmlns:a16="http://schemas.microsoft.com/office/drawing/2014/main" val="4151712692"/>
                    </a:ext>
                  </a:extLst>
                </a:gridCol>
              </a:tblGrid>
              <a:tr h="338083">
                <a:tc>
                  <a:txBody>
                    <a:bodyPr/>
                    <a:lstStyle/>
                    <a:p>
                      <a:pPr algn="just"/>
                      <a:r>
                        <a:rPr lang="es-AR" sz="1300" b="1" dirty="0">
                          <a:latin typeface="Arial" panose="020B0604020202020204" pitchFamily="34" charset="0"/>
                          <a:cs typeface="Arial" panose="020B0604020202020204" pitchFamily="34" charset="0"/>
                        </a:rPr>
                        <a:t>Patrocinador</a:t>
                      </a:r>
                    </a:p>
                  </a:txBody>
                  <a:tcPr anchor="ctr">
                    <a:solidFill>
                      <a:schemeClr val="accent1">
                        <a:lumMod val="20000"/>
                        <a:lumOff val="80000"/>
                      </a:schemeClr>
                    </a:solidFill>
                  </a:tcPr>
                </a:tc>
                <a:tc>
                  <a:txBody>
                    <a:bodyPr/>
                    <a:lstStyle/>
                    <a:p>
                      <a:pPr algn="just"/>
                      <a:r>
                        <a:rPr lang="es-AR" sz="1300" dirty="0">
                          <a:latin typeface="Arial" panose="020B0604020202020204" pitchFamily="34" charset="0"/>
                          <a:cs typeface="Arial" panose="020B0604020202020204" pitchFamily="34" charset="0"/>
                        </a:rPr>
                        <a:t>Guillermo Novellino</a:t>
                      </a:r>
                    </a:p>
                  </a:txBody>
                  <a:tcPr anchor="ctr">
                    <a:solidFill>
                      <a:schemeClr val="accent1">
                        <a:lumMod val="20000"/>
                        <a:lumOff val="80000"/>
                      </a:schemeClr>
                    </a:solidFill>
                  </a:tcPr>
                </a:tc>
                <a:extLst>
                  <a:ext uri="{0D108BD9-81ED-4DB2-BD59-A6C34878D82A}">
                    <a16:rowId xmlns:a16="http://schemas.microsoft.com/office/drawing/2014/main" val="675694175"/>
                  </a:ext>
                </a:extLst>
              </a:tr>
              <a:tr h="338083">
                <a:tc>
                  <a:txBody>
                    <a:bodyPr/>
                    <a:lstStyle/>
                    <a:p>
                      <a:pPr algn="just"/>
                      <a:r>
                        <a:rPr lang="es-AR" sz="1300" b="1" dirty="0">
                          <a:latin typeface="Arial" panose="020B0604020202020204" pitchFamily="34" charset="0"/>
                          <a:cs typeface="Arial" panose="020B0604020202020204" pitchFamily="34" charset="0"/>
                        </a:rPr>
                        <a:t>Líder de proyecto</a:t>
                      </a:r>
                    </a:p>
                  </a:txBody>
                  <a:tcPr anchor="ctr">
                    <a:solidFill>
                      <a:schemeClr val="bg1"/>
                    </a:solidFill>
                  </a:tcPr>
                </a:tc>
                <a:tc>
                  <a:txBody>
                    <a:bodyPr/>
                    <a:lstStyle/>
                    <a:p>
                      <a:pPr algn="just"/>
                      <a:r>
                        <a:rPr lang="es-AR" sz="1300" dirty="0">
                          <a:latin typeface="Arial" panose="020B0604020202020204" pitchFamily="34" charset="0"/>
                          <a:cs typeface="Arial" panose="020B0604020202020204" pitchFamily="34" charset="0"/>
                        </a:rPr>
                        <a:t>Nicolás L. Giudice</a:t>
                      </a:r>
                    </a:p>
                  </a:txBody>
                  <a:tcPr anchor="ctr">
                    <a:solidFill>
                      <a:schemeClr val="bg1"/>
                    </a:solidFill>
                  </a:tcPr>
                </a:tc>
                <a:extLst>
                  <a:ext uri="{0D108BD9-81ED-4DB2-BD59-A6C34878D82A}">
                    <a16:rowId xmlns:a16="http://schemas.microsoft.com/office/drawing/2014/main" val="645418743"/>
                  </a:ext>
                </a:extLst>
              </a:tr>
              <a:tr h="800724">
                <a:tc>
                  <a:txBody>
                    <a:bodyPr/>
                    <a:lstStyle/>
                    <a:p>
                      <a:pPr algn="just"/>
                      <a:r>
                        <a:rPr lang="es-AR" sz="1300" b="1" dirty="0">
                          <a:latin typeface="Arial" panose="020B0604020202020204" pitchFamily="34" charset="0"/>
                          <a:cs typeface="Arial" panose="020B0604020202020204" pitchFamily="34" charset="0"/>
                        </a:rPr>
                        <a:t>Equipo técnico</a:t>
                      </a:r>
                    </a:p>
                  </a:txBody>
                  <a:tcPr anchor="ctr">
                    <a:solidFill>
                      <a:schemeClr val="bg1"/>
                    </a:solidFill>
                  </a:tcPr>
                </a:tc>
                <a:tc>
                  <a:txBody>
                    <a:bodyPr/>
                    <a:lstStyle/>
                    <a:p>
                      <a:pPr algn="just"/>
                      <a:r>
                        <a:rPr lang="es-AR" sz="1300" dirty="0">
                          <a:latin typeface="Arial" panose="020B0604020202020204" pitchFamily="34" charset="0"/>
                          <a:cs typeface="Arial" panose="020B0604020202020204" pitchFamily="34" charset="0"/>
                        </a:rPr>
                        <a:t>S. Castro (Obras), V. Herrera (Compras), G. Bozzani (MTTO Electromecánico), A. Villalba (MTTO Edilicio), J. Ortiz (Seguridad), I. Alvarez (Telecomunicaciones), I. Maruri (Refrigerados), V. Ortiz (Calidad), D. Gadea (Coordinación de proveedores).</a:t>
                      </a:r>
                    </a:p>
                  </a:txBody>
                  <a:tcPr anchor="ctr">
                    <a:solidFill>
                      <a:schemeClr val="bg1"/>
                    </a:solidFill>
                  </a:tcPr>
                </a:tc>
                <a:extLst>
                  <a:ext uri="{0D108BD9-81ED-4DB2-BD59-A6C34878D82A}">
                    <a16:rowId xmlns:a16="http://schemas.microsoft.com/office/drawing/2014/main" val="706329345"/>
                  </a:ext>
                </a:extLst>
              </a:tr>
              <a:tr h="290605">
                <a:tc>
                  <a:txBody>
                    <a:bodyPr/>
                    <a:lstStyle/>
                    <a:p>
                      <a:pPr algn="just"/>
                      <a:r>
                        <a:rPr lang="es-AR" sz="1300" b="1" dirty="0">
                          <a:latin typeface="Arial" panose="020B0604020202020204" pitchFamily="34" charset="0"/>
                          <a:cs typeface="Arial" panose="020B0604020202020204" pitchFamily="34" charset="0"/>
                        </a:rPr>
                        <a:t>Cliente</a:t>
                      </a:r>
                    </a:p>
                  </a:txBody>
                  <a:tcPr anchor="ctr">
                    <a:solidFill>
                      <a:schemeClr val="bg1"/>
                    </a:solidFill>
                  </a:tcPr>
                </a:tc>
                <a:tc>
                  <a:txBody>
                    <a:bodyPr/>
                    <a:lstStyle/>
                    <a:p>
                      <a:pPr algn="just"/>
                      <a:r>
                        <a:rPr lang="es-AR" sz="1300" dirty="0">
                          <a:latin typeface="Arial" panose="020B0604020202020204" pitchFamily="34" charset="0"/>
                          <a:cs typeface="Arial" panose="020B0604020202020204" pitchFamily="34" charset="0"/>
                        </a:rPr>
                        <a:t>Dario Stella (Refrigerados)</a:t>
                      </a:r>
                    </a:p>
                  </a:txBody>
                  <a:tcPr anchor="ctr">
                    <a:solidFill>
                      <a:schemeClr val="bg1"/>
                    </a:solidFill>
                  </a:tcPr>
                </a:tc>
                <a:extLst>
                  <a:ext uri="{0D108BD9-81ED-4DB2-BD59-A6C34878D82A}">
                    <a16:rowId xmlns:a16="http://schemas.microsoft.com/office/drawing/2014/main" val="2335539133"/>
                  </a:ext>
                </a:extLst>
              </a:tr>
              <a:tr h="275320">
                <a:tc>
                  <a:txBody>
                    <a:bodyPr/>
                    <a:lstStyle/>
                    <a:p>
                      <a:pPr algn="just"/>
                      <a:r>
                        <a:rPr lang="es-AR" sz="1300" b="1" dirty="0">
                          <a:latin typeface="Arial" panose="020B0604020202020204" pitchFamily="34" charset="0"/>
                          <a:cs typeface="Arial" panose="020B0604020202020204" pitchFamily="34" charset="0"/>
                        </a:rPr>
                        <a:t>Áreas interesadas</a:t>
                      </a:r>
                    </a:p>
                  </a:txBody>
                  <a:tcPr anchor="ctr">
                    <a:solidFill>
                      <a:schemeClr val="bg1"/>
                    </a:solidFill>
                  </a:tcPr>
                </a:tc>
                <a:tc>
                  <a:txBody>
                    <a:bodyPr/>
                    <a:lstStyle/>
                    <a:p>
                      <a:pPr algn="just"/>
                      <a:r>
                        <a:rPr lang="es-AR" sz="1300" dirty="0">
                          <a:latin typeface="Arial" panose="020B0604020202020204" pitchFamily="34" charset="0"/>
                          <a:cs typeface="Arial" panose="020B0604020202020204" pitchFamily="34" charset="0"/>
                        </a:rPr>
                        <a:t>Refrigerados, Calidad, Obras, Mantenimiento</a:t>
                      </a:r>
                    </a:p>
                  </a:txBody>
                  <a:tcPr anchor="ctr">
                    <a:solidFill>
                      <a:schemeClr val="bg1"/>
                    </a:solidFill>
                  </a:tcPr>
                </a:tc>
                <a:extLst>
                  <a:ext uri="{0D108BD9-81ED-4DB2-BD59-A6C34878D82A}">
                    <a16:rowId xmlns:a16="http://schemas.microsoft.com/office/drawing/2014/main" val="1722272704"/>
                  </a:ext>
                </a:extLst>
              </a:tr>
            </a:tbl>
          </a:graphicData>
        </a:graphic>
      </p:graphicFrame>
      <p:graphicFrame>
        <p:nvGraphicFramePr>
          <p:cNvPr id="10" name="Tabla 9">
            <a:extLst>
              <a:ext uri="{FF2B5EF4-FFF2-40B4-BE49-F238E27FC236}">
                <a16:creationId xmlns:a16="http://schemas.microsoft.com/office/drawing/2014/main" id="{33548592-70EE-477C-BDD1-1390229B47E2}"/>
              </a:ext>
            </a:extLst>
          </p:cNvPr>
          <p:cNvGraphicFramePr>
            <a:graphicFrameLocks noGrp="1"/>
          </p:cNvGraphicFramePr>
          <p:nvPr>
            <p:extLst>
              <p:ext uri="{D42A27DB-BD31-4B8C-83A1-F6EECF244321}">
                <p14:modId xmlns:p14="http://schemas.microsoft.com/office/powerpoint/2010/main" val="2129332362"/>
              </p:ext>
            </p:extLst>
          </p:nvPr>
        </p:nvGraphicFramePr>
        <p:xfrm>
          <a:off x="7428598" y="5121527"/>
          <a:ext cx="6881381" cy="2133600"/>
        </p:xfrm>
        <a:graphic>
          <a:graphicData uri="http://schemas.openxmlformats.org/drawingml/2006/table">
            <a:tbl>
              <a:tblPr firstRow="1" bandRow="1">
                <a:tableStyleId>{5940675A-B579-460E-94D1-54222C63F5DA}</a:tableStyleId>
              </a:tblPr>
              <a:tblGrid>
                <a:gridCol w="624118">
                  <a:extLst>
                    <a:ext uri="{9D8B030D-6E8A-4147-A177-3AD203B41FA5}">
                      <a16:colId xmlns:a16="http://schemas.microsoft.com/office/drawing/2014/main" val="2693452299"/>
                    </a:ext>
                  </a:extLst>
                </a:gridCol>
                <a:gridCol w="624118">
                  <a:extLst>
                    <a:ext uri="{9D8B030D-6E8A-4147-A177-3AD203B41FA5}">
                      <a16:colId xmlns:a16="http://schemas.microsoft.com/office/drawing/2014/main" val="2036672439"/>
                    </a:ext>
                  </a:extLst>
                </a:gridCol>
                <a:gridCol w="624118">
                  <a:extLst>
                    <a:ext uri="{9D8B030D-6E8A-4147-A177-3AD203B41FA5}">
                      <a16:colId xmlns:a16="http://schemas.microsoft.com/office/drawing/2014/main" val="123653483"/>
                    </a:ext>
                  </a:extLst>
                </a:gridCol>
                <a:gridCol w="624118">
                  <a:extLst>
                    <a:ext uri="{9D8B030D-6E8A-4147-A177-3AD203B41FA5}">
                      <a16:colId xmlns:a16="http://schemas.microsoft.com/office/drawing/2014/main" val="1973268598"/>
                    </a:ext>
                  </a:extLst>
                </a:gridCol>
                <a:gridCol w="624118">
                  <a:extLst>
                    <a:ext uri="{9D8B030D-6E8A-4147-A177-3AD203B41FA5}">
                      <a16:colId xmlns:a16="http://schemas.microsoft.com/office/drawing/2014/main" val="2738107247"/>
                    </a:ext>
                  </a:extLst>
                </a:gridCol>
                <a:gridCol w="624118">
                  <a:extLst>
                    <a:ext uri="{9D8B030D-6E8A-4147-A177-3AD203B41FA5}">
                      <a16:colId xmlns:a16="http://schemas.microsoft.com/office/drawing/2014/main" val="2744020798"/>
                    </a:ext>
                  </a:extLst>
                </a:gridCol>
                <a:gridCol w="624118">
                  <a:extLst>
                    <a:ext uri="{9D8B030D-6E8A-4147-A177-3AD203B41FA5}">
                      <a16:colId xmlns:a16="http://schemas.microsoft.com/office/drawing/2014/main" val="2989318895"/>
                    </a:ext>
                  </a:extLst>
                </a:gridCol>
                <a:gridCol w="624118">
                  <a:extLst>
                    <a:ext uri="{9D8B030D-6E8A-4147-A177-3AD203B41FA5}">
                      <a16:colId xmlns:a16="http://schemas.microsoft.com/office/drawing/2014/main" val="1701086332"/>
                    </a:ext>
                  </a:extLst>
                </a:gridCol>
                <a:gridCol w="624118">
                  <a:extLst>
                    <a:ext uri="{9D8B030D-6E8A-4147-A177-3AD203B41FA5}">
                      <a16:colId xmlns:a16="http://schemas.microsoft.com/office/drawing/2014/main" val="3369009260"/>
                    </a:ext>
                  </a:extLst>
                </a:gridCol>
                <a:gridCol w="624118">
                  <a:extLst>
                    <a:ext uri="{9D8B030D-6E8A-4147-A177-3AD203B41FA5}">
                      <a16:colId xmlns:a16="http://schemas.microsoft.com/office/drawing/2014/main" val="1927122364"/>
                    </a:ext>
                  </a:extLst>
                </a:gridCol>
                <a:gridCol w="640201">
                  <a:extLst>
                    <a:ext uri="{9D8B030D-6E8A-4147-A177-3AD203B41FA5}">
                      <a16:colId xmlns:a16="http://schemas.microsoft.com/office/drawing/2014/main" val="933395967"/>
                    </a:ext>
                  </a:extLst>
                </a:gridCol>
              </a:tblGrid>
              <a:tr h="0">
                <a:tc>
                  <a:txBody>
                    <a:bodyPr/>
                    <a:lstStyle/>
                    <a:p>
                      <a:endParaRPr lang="es-AR" sz="1000"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40000"/>
                        <a:lumOff val="60000"/>
                      </a:schemeClr>
                    </a:solidFill>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40000"/>
                        <a:lumOff val="60000"/>
                      </a:schemeClr>
                    </a:solidFill>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40000"/>
                        <a:lumOff val="60000"/>
                      </a:schemeClr>
                    </a:solidFill>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40000"/>
                        <a:lumOff val="60000"/>
                      </a:schemeClr>
                    </a:solidFill>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40000"/>
                        <a:lumOff val="60000"/>
                      </a:schemeClr>
                    </a:solidFill>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algn="ctr"/>
                      <a:r>
                        <a:rPr lang="es-AR" sz="1300" dirty="0">
                          <a:latin typeface="Arial" panose="020B0604020202020204" pitchFamily="34" charset="0"/>
                          <a:cs typeface="Arial" panose="020B0604020202020204" pitchFamily="34" charset="0"/>
                        </a:rPr>
                        <a:t>50%</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35125200"/>
                  </a:ext>
                </a:extLst>
              </a:tr>
              <a:tr h="0">
                <a:tc gridSpan="10">
                  <a:txBody>
                    <a:bodyPr/>
                    <a:lstStyle/>
                    <a:p>
                      <a:r>
                        <a:rPr lang="es-AR" sz="1300" dirty="0">
                          <a:latin typeface="Arial" panose="020B0604020202020204" pitchFamily="34" charset="0"/>
                          <a:cs typeface="Arial" panose="020B0604020202020204" pitchFamily="34" charset="0"/>
                        </a:rPr>
                        <a:t>Tarea 1</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AR" sz="1100" dirty="0"/>
                    </a:p>
                  </a:txBody>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dirty="0"/>
                    </a:p>
                  </a:txBody>
                  <a:tcPr/>
                </a:tc>
                <a:tc vMerge="1">
                  <a:txBody>
                    <a:bodyPr/>
                    <a:lstStyle/>
                    <a:p>
                      <a:endParaRPr lang="es-AR" dirty="0"/>
                    </a:p>
                  </a:txBody>
                  <a:tcPr/>
                </a:tc>
                <a:extLst>
                  <a:ext uri="{0D108BD9-81ED-4DB2-BD59-A6C34878D82A}">
                    <a16:rowId xmlns:a16="http://schemas.microsoft.com/office/drawing/2014/main" val="827524949"/>
                  </a:ext>
                </a:extLst>
              </a:tr>
              <a:tr h="0">
                <a:tc>
                  <a:txBody>
                    <a:bodyPr/>
                    <a:lstStyle/>
                    <a:p>
                      <a:endParaRPr lang="es-AR" sz="1000"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40000"/>
                        <a:lumOff val="60000"/>
                      </a:schemeClr>
                    </a:solidFill>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40000"/>
                        <a:lumOff val="60000"/>
                      </a:schemeClr>
                    </a:solidFill>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s-AR" sz="100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s-AR" sz="100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algn="ctr"/>
                      <a:r>
                        <a:rPr lang="es-AR" sz="1300" dirty="0">
                          <a:latin typeface="Arial" panose="020B0604020202020204" pitchFamily="34" charset="0"/>
                          <a:cs typeface="Arial" panose="020B0604020202020204" pitchFamily="34" charset="0"/>
                        </a:rPr>
                        <a:t>20%</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72134485"/>
                  </a:ext>
                </a:extLst>
              </a:tr>
              <a:tr h="0">
                <a:tc gridSpan="10">
                  <a:txBody>
                    <a:bodyPr/>
                    <a:lstStyle/>
                    <a:p>
                      <a:r>
                        <a:rPr lang="es-AR" sz="1300" kern="1200" dirty="0">
                          <a:solidFill>
                            <a:schemeClr val="tx1"/>
                          </a:solidFill>
                          <a:latin typeface="Arial" panose="020B0604020202020204" pitchFamily="34" charset="0"/>
                          <a:ea typeface="+mn-ea"/>
                          <a:cs typeface="Arial" panose="020B0604020202020204" pitchFamily="34" charset="0"/>
                        </a:rPr>
                        <a:t>Tarea 2</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AR" sz="1100" dirty="0"/>
                    </a:p>
                  </a:txBody>
                  <a:tcPr/>
                </a:tc>
                <a:tc hMerge="1">
                  <a:txBody>
                    <a:bodyPr/>
                    <a:lstStyle/>
                    <a:p>
                      <a:endParaRPr lang="es-AR" dirty="0"/>
                    </a:p>
                  </a:txBody>
                  <a:tcPr/>
                </a:tc>
                <a:tc hMerge="1">
                  <a:txBody>
                    <a:bodyPr/>
                    <a:lstStyle/>
                    <a:p>
                      <a:endParaRPr lang="es-AR" dirty="0"/>
                    </a:p>
                  </a:txBody>
                  <a:tcPr/>
                </a:tc>
                <a:tc hMerge="1">
                  <a:txBody>
                    <a:bodyPr/>
                    <a:lstStyle/>
                    <a:p>
                      <a:endParaRPr lang="es-AR" dirty="0"/>
                    </a:p>
                  </a:txBody>
                  <a:tcPr/>
                </a:tc>
                <a:tc hMerge="1">
                  <a:txBody>
                    <a:bodyPr/>
                    <a:lstStyle/>
                    <a:p>
                      <a:endParaRPr lang="es-AR" dirty="0"/>
                    </a:p>
                  </a:txBody>
                  <a:tcPr/>
                </a:tc>
                <a:tc hMerge="1">
                  <a:txBody>
                    <a:bodyPr/>
                    <a:lstStyle/>
                    <a:p>
                      <a:endParaRPr lang="es-AR" dirty="0"/>
                    </a:p>
                  </a:txBody>
                  <a:tcPr/>
                </a:tc>
                <a:tc hMerge="1">
                  <a:txBody>
                    <a:bodyPr/>
                    <a:lstStyle/>
                    <a:p>
                      <a:endParaRPr lang="es-AR" dirty="0"/>
                    </a:p>
                  </a:txBody>
                  <a:tcPr/>
                </a:tc>
                <a:tc hMerge="1">
                  <a:txBody>
                    <a:bodyPr/>
                    <a:lstStyle/>
                    <a:p>
                      <a:endParaRPr lang="es-AR" dirty="0"/>
                    </a:p>
                  </a:txBody>
                  <a:tcPr/>
                </a:tc>
                <a:tc hMerge="1">
                  <a:txBody>
                    <a:bodyPr/>
                    <a:lstStyle/>
                    <a:p>
                      <a:endParaRPr lang="es-AR" dirty="0"/>
                    </a:p>
                  </a:txBody>
                  <a:tcPr/>
                </a:tc>
                <a:tc vMerge="1">
                  <a:txBody>
                    <a:bodyPr/>
                    <a:lstStyle/>
                    <a:p>
                      <a:endParaRPr lang="es-AR" dirty="0"/>
                    </a:p>
                  </a:txBody>
                  <a:tcPr/>
                </a:tc>
                <a:extLst>
                  <a:ext uri="{0D108BD9-81ED-4DB2-BD59-A6C34878D82A}">
                    <a16:rowId xmlns:a16="http://schemas.microsoft.com/office/drawing/2014/main" val="1190312090"/>
                  </a:ext>
                </a:extLst>
              </a:tr>
              <a:tr h="0">
                <a:tc>
                  <a:txBody>
                    <a:bodyPr/>
                    <a:lstStyle/>
                    <a:p>
                      <a:endParaRPr lang="es-AR" sz="1000"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40000"/>
                        <a:lumOff val="60000"/>
                      </a:schemeClr>
                    </a:solidFill>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40000"/>
                        <a:lumOff val="60000"/>
                      </a:schemeClr>
                    </a:solidFill>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40000"/>
                        <a:lumOff val="60000"/>
                      </a:schemeClr>
                    </a:solidFill>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40000"/>
                        <a:lumOff val="60000"/>
                      </a:schemeClr>
                    </a:solidFill>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s-AR" sz="100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algn="ctr"/>
                      <a:r>
                        <a:rPr lang="es-AR" sz="1300" dirty="0">
                          <a:latin typeface="Arial" panose="020B0604020202020204" pitchFamily="34" charset="0"/>
                          <a:cs typeface="Arial" panose="020B0604020202020204" pitchFamily="34" charset="0"/>
                        </a:rPr>
                        <a:t>40%</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45618100"/>
                  </a:ext>
                </a:extLst>
              </a:tr>
              <a:tr h="0">
                <a:tc gridSpan="10">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s-AR" sz="1300" kern="1200" dirty="0">
                          <a:solidFill>
                            <a:schemeClr val="tx1"/>
                          </a:solidFill>
                          <a:latin typeface="Arial" panose="020B0604020202020204" pitchFamily="34" charset="0"/>
                          <a:ea typeface="+mn-ea"/>
                          <a:cs typeface="Arial" panose="020B0604020202020204" pitchFamily="34" charset="0"/>
                        </a:rPr>
                        <a:t>Tarea 3</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AR" sz="1100"/>
                    </a:p>
                  </a:txBody>
                  <a:tcPr/>
                </a:tc>
                <a:tc hMerge="1">
                  <a:txBody>
                    <a:bodyPr/>
                    <a:lstStyle/>
                    <a:p>
                      <a:endParaRPr lang="es-AR" sz="1100" dirty="0"/>
                    </a:p>
                  </a:txBody>
                  <a:tcPr/>
                </a:tc>
                <a:tc hMerge="1">
                  <a:txBody>
                    <a:bodyPr/>
                    <a:lstStyle/>
                    <a:p>
                      <a:endParaRPr lang="es-AR" sz="1100" dirty="0"/>
                    </a:p>
                  </a:txBody>
                  <a:tcPr/>
                </a:tc>
                <a:tc hMerge="1">
                  <a:txBody>
                    <a:bodyPr/>
                    <a:lstStyle/>
                    <a:p>
                      <a:endParaRPr lang="es-AR" sz="1100" dirty="0"/>
                    </a:p>
                  </a:txBody>
                  <a:tcPr/>
                </a:tc>
                <a:tc hMerge="1">
                  <a:txBody>
                    <a:bodyPr/>
                    <a:lstStyle/>
                    <a:p>
                      <a:endParaRPr lang="es-AR" sz="1100" dirty="0"/>
                    </a:p>
                  </a:txBody>
                  <a:tcPr/>
                </a:tc>
                <a:tc hMerge="1">
                  <a:txBody>
                    <a:bodyPr/>
                    <a:lstStyle/>
                    <a:p>
                      <a:endParaRPr lang="es-AR" sz="1100" dirty="0"/>
                    </a:p>
                  </a:txBody>
                  <a:tcPr/>
                </a:tc>
                <a:tc hMerge="1">
                  <a:txBody>
                    <a:bodyPr/>
                    <a:lstStyle/>
                    <a:p>
                      <a:endParaRPr lang="es-AR" sz="1100" dirty="0"/>
                    </a:p>
                  </a:txBody>
                  <a:tcPr/>
                </a:tc>
                <a:tc hMerge="1">
                  <a:txBody>
                    <a:bodyPr/>
                    <a:lstStyle/>
                    <a:p>
                      <a:endParaRPr lang="es-AR" sz="1100" dirty="0"/>
                    </a:p>
                  </a:txBody>
                  <a:tcPr/>
                </a:tc>
                <a:tc hMerge="1">
                  <a:txBody>
                    <a:bodyPr/>
                    <a:lstStyle/>
                    <a:p>
                      <a:endParaRPr lang="es-AR" sz="1100" dirty="0"/>
                    </a:p>
                  </a:txBody>
                  <a:tcPr/>
                </a:tc>
                <a:tc vMerge="1">
                  <a:txBody>
                    <a:bodyPr/>
                    <a:lstStyle/>
                    <a:p>
                      <a:endParaRPr lang="es-AR" sz="1100" dirty="0"/>
                    </a:p>
                  </a:txBody>
                  <a:tcPr/>
                </a:tc>
                <a:extLst>
                  <a:ext uri="{0D108BD9-81ED-4DB2-BD59-A6C34878D82A}">
                    <a16:rowId xmlns:a16="http://schemas.microsoft.com/office/drawing/2014/main" val="1007437526"/>
                  </a:ext>
                </a:extLst>
              </a:tr>
              <a:tr h="0">
                <a:tc>
                  <a:txBody>
                    <a:bodyPr/>
                    <a:lstStyle/>
                    <a:p>
                      <a:endParaRPr lang="es-AR" sz="1000"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40000"/>
                        <a:lumOff val="60000"/>
                      </a:schemeClr>
                    </a:solidFill>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40000"/>
                        <a:lumOff val="60000"/>
                      </a:schemeClr>
                    </a:solidFill>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40000"/>
                        <a:lumOff val="60000"/>
                      </a:schemeClr>
                    </a:solidFill>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40000"/>
                        <a:lumOff val="60000"/>
                      </a:schemeClr>
                    </a:solidFill>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40000"/>
                        <a:lumOff val="60000"/>
                      </a:schemeClr>
                    </a:solidFill>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40000"/>
                        <a:lumOff val="60000"/>
                      </a:schemeClr>
                    </a:solidFill>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40000"/>
                        <a:lumOff val="60000"/>
                      </a:schemeClr>
                    </a:solidFill>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s-AR"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algn="ctr"/>
                      <a:r>
                        <a:rPr lang="es-AR" sz="1300" dirty="0">
                          <a:latin typeface="Arial" panose="020B0604020202020204" pitchFamily="34" charset="0"/>
                          <a:cs typeface="Arial" panose="020B0604020202020204" pitchFamily="34" charset="0"/>
                        </a:rPr>
                        <a:t>70%</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89148559"/>
                  </a:ext>
                </a:extLst>
              </a:tr>
              <a:tr h="0">
                <a:tc gridSpan="10">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s-AR" sz="1300" kern="1200" dirty="0">
                          <a:solidFill>
                            <a:schemeClr val="tx1"/>
                          </a:solidFill>
                          <a:latin typeface="Arial" panose="020B0604020202020204" pitchFamily="34" charset="0"/>
                          <a:ea typeface="+mn-ea"/>
                          <a:cs typeface="Arial" panose="020B0604020202020204" pitchFamily="34" charset="0"/>
                        </a:rPr>
                        <a:t>Tarea 4</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AR" sz="1100" dirty="0"/>
                    </a:p>
                  </a:txBody>
                  <a:tcPr/>
                </a:tc>
                <a:tc hMerge="1">
                  <a:txBody>
                    <a:bodyPr/>
                    <a:lstStyle/>
                    <a:p>
                      <a:endParaRPr lang="es-AR" sz="1100" dirty="0"/>
                    </a:p>
                  </a:txBody>
                  <a:tcPr/>
                </a:tc>
                <a:tc hMerge="1">
                  <a:txBody>
                    <a:bodyPr/>
                    <a:lstStyle/>
                    <a:p>
                      <a:endParaRPr lang="es-AR" sz="1100" dirty="0"/>
                    </a:p>
                  </a:txBody>
                  <a:tcPr/>
                </a:tc>
                <a:tc hMerge="1">
                  <a:txBody>
                    <a:bodyPr/>
                    <a:lstStyle/>
                    <a:p>
                      <a:endParaRPr lang="es-AR" sz="1100" dirty="0"/>
                    </a:p>
                  </a:txBody>
                  <a:tcPr/>
                </a:tc>
                <a:tc hMerge="1">
                  <a:txBody>
                    <a:bodyPr/>
                    <a:lstStyle/>
                    <a:p>
                      <a:endParaRPr lang="es-AR" sz="1100" dirty="0"/>
                    </a:p>
                  </a:txBody>
                  <a:tcPr/>
                </a:tc>
                <a:tc hMerge="1">
                  <a:txBody>
                    <a:bodyPr/>
                    <a:lstStyle/>
                    <a:p>
                      <a:endParaRPr lang="es-AR" sz="1100" dirty="0"/>
                    </a:p>
                  </a:txBody>
                  <a:tcPr/>
                </a:tc>
                <a:tc hMerge="1">
                  <a:txBody>
                    <a:bodyPr/>
                    <a:lstStyle/>
                    <a:p>
                      <a:endParaRPr lang="es-AR" sz="1100" dirty="0"/>
                    </a:p>
                  </a:txBody>
                  <a:tcPr/>
                </a:tc>
                <a:tc hMerge="1">
                  <a:txBody>
                    <a:bodyPr/>
                    <a:lstStyle/>
                    <a:p>
                      <a:endParaRPr lang="es-AR" sz="1100" dirty="0"/>
                    </a:p>
                  </a:txBody>
                  <a:tcPr/>
                </a:tc>
                <a:tc hMerge="1">
                  <a:txBody>
                    <a:bodyPr/>
                    <a:lstStyle/>
                    <a:p>
                      <a:endParaRPr lang="es-AR" sz="1100" dirty="0"/>
                    </a:p>
                  </a:txBody>
                  <a:tcPr/>
                </a:tc>
                <a:tc vMerge="1">
                  <a:txBody>
                    <a:bodyPr/>
                    <a:lstStyle/>
                    <a:p>
                      <a:endParaRPr lang="es-AR" sz="1100" dirty="0"/>
                    </a:p>
                  </a:txBody>
                  <a:tcPr/>
                </a:tc>
                <a:extLst>
                  <a:ext uri="{0D108BD9-81ED-4DB2-BD59-A6C34878D82A}">
                    <a16:rowId xmlns:a16="http://schemas.microsoft.com/office/drawing/2014/main" val="505020935"/>
                  </a:ext>
                </a:extLst>
              </a:tr>
            </a:tbl>
          </a:graphicData>
        </a:graphic>
      </p:graphicFrame>
      <p:sp>
        <p:nvSpPr>
          <p:cNvPr id="86" name="Text 42">
            <a:extLst>
              <a:ext uri="{FF2B5EF4-FFF2-40B4-BE49-F238E27FC236}">
                <a16:creationId xmlns:a16="http://schemas.microsoft.com/office/drawing/2014/main" id="{BBE15152-4404-4404-ACEA-D2ACE2D8C598}"/>
              </a:ext>
            </a:extLst>
          </p:cNvPr>
          <p:cNvSpPr/>
          <p:nvPr/>
        </p:nvSpPr>
        <p:spPr>
          <a:xfrm>
            <a:off x="7909620" y="3716020"/>
            <a:ext cx="2024301" cy="144661"/>
          </a:xfrm>
          <a:prstGeom prst="rect">
            <a:avLst/>
          </a:prstGeom>
          <a:noFill/>
          <a:ln/>
        </p:spPr>
        <p:txBody>
          <a:bodyPr wrap="none" lIns="0" tIns="0" rIns="0" bIns="0" rtlCol="0" anchor="t"/>
          <a:lstStyle/>
          <a:p>
            <a:pPr marL="0" indent="0" algn="l">
              <a:lnSpc>
                <a:spcPts val="1600"/>
              </a:lnSpc>
              <a:buNone/>
            </a:pPr>
            <a:r>
              <a:rPr lang="en-US" b="1" dirty="0" err="1">
                <a:solidFill>
                  <a:srgbClr val="1F1E1E"/>
                </a:solidFill>
                <a:latin typeface="Arial" panose="020B0604020202020204" pitchFamily="34" charset="0"/>
                <a:ea typeface="Sora Semi Bold" pitchFamily="34" charset="-122"/>
                <a:cs typeface="Arial" panose="020B0604020202020204" pitchFamily="34" charset="0"/>
              </a:rPr>
              <a:t>Etapas</a:t>
            </a:r>
            <a:r>
              <a:rPr lang="en-US" b="1" dirty="0">
                <a:solidFill>
                  <a:srgbClr val="1F1E1E"/>
                </a:solidFill>
                <a:latin typeface="Arial" panose="020B0604020202020204" pitchFamily="34" charset="0"/>
                <a:ea typeface="Sora Semi Bold" pitchFamily="34" charset="-122"/>
                <a:cs typeface="Arial" panose="020B0604020202020204" pitchFamily="34" charset="0"/>
              </a:rPr>
              <a:t> </a:t>
            </a:r>
            <a:r>
              <a:rPr lang="en-US" b="1" dirty="0" err="1">
                <a:solidFill>
                  <a:srgbClr val="1F1E1E"/>
                </a:solidFill>
                <a:latin typeface="Arial" panose="020B0604020202020204" pitchFamily="34" charset="0"/>
                <a:ea typeface="Sora Semi Bold" pitchFamily="34" charset="-122"/>
                <a:cs typeface="Arial" panose="020B0604020202020204" pitchFamily="34" charset="0"/>
              </a:rPr>
              <a:t>Principales</a:t>
            </a:r>
            <a:endParaRPr lang="en-US" b="1" dirty="0">
              <a:latin typeface="Arial" panose="020B0604020202020204" pitchFamily="34" charset="0"/>
              <a:cs typeface="Arial" panose="020B0604020202020204" pitchFamily="34" charset="0"/>
            </a:endParaRPr>
          </a:p>
        </p:txBody>
      </p:sp>
      <p:pic>
        <p:nvPicPr>
          <p:cNvPr id="87" name="Gráfico 86" descr="Estadísticas">
            <a:extLst>
              <a:ext uri="{FF2B5EF4-FFF2-40B4-BE49-F238E27FC236}">
                <a16:creationId xmlns:a16="http://schemas.microsoft.com/office/drawing/2014/main" id="{90976D1E-28FF-4702-B45E-6A55D373077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64990" y="3630424"/>
            <a:ext cx="373360" cy="373360"/>
          </a:xfrm>
          <a:prstGeom prst="rect">
            <a:avLst/>
          </a:prstGeom>
        </p:spPr>
      </p:pic>
      <p:graphicFrame>
        <p:nvGraphicFramePr>
          <p:cNvPr id="88" name="Tabla 87">
            <a:extLst>
              <a:ext uri="{FF2B5EF4-FFF2-40B4-BE49-F238E27FC236}">
                <a16:creationId xmlns:a16="http://schemas.microsoft.com/office/drawing/2014/main" id="{3ABB064E-1D96-48FF-AC8C-5868EAE01933}"/>
              </a:ext>
            </a:extLst>
          </p:cNvPr>
          <p:cNvGraphicFramePr>
            <a:graphicFrameLocks noGrp="1"/>
          </p:cNvGraphicFramePr>
          <p:nvPr>
            <p:extLst>
              <p:ext uri="{D42A27DB-BD31-4B8C-83A1-F6EECF244321}">
                <p14:modId xmlns:p14="http://schemas.microsoft.com/office/powerpoint/2010/main" val="488480044"/>
              </p:ext>
            </p:extLst>
          </p:nvPr>
        </p:nvGraphicFramePr>
        <p:xfrm>
          <a:off x="7428598" y="4061271"/>
          <a:ext cx="6881385" cy="457200"/>
        </p:xfrm>
        <a:graphic>
          <a:graphicData uri="http://schemas.openxmlformats.org/drawingml/2006/table">
            <a:tbl>
              <a:tblPr firstRow="1" bandRow="1">
                <a:tableStyleId>{5C22544A-7EE6-4342-B048-85BDC9FD1C3A}</a:tableStyleId>
              </a:tblPr>
              <a:tblGrid>
                <a:gridCol w="1376277">
                  <a:extLst>
                    <a:ext uri="{9D8B030D-6E8A-4147-A177-3AD203B41FA5}">
                      <a16:colId xmlns:a16="http://schemas.microsoft.com/office/drawing/2014/main" val="2408959622"/>
                    </a:ext>
                  </a:extLst>
                </a:gridCol>
                <a:gridCol w="1376277">
                  <a:extLst>
                    <a:ext uri="{9D8B030D-6E8A-4147-A177-3AD203B41FA5}">
                      <a16:colId xmlns:a16="http://schemas.microsoft.com/office/drawing/2014/main" val="2264488763"/>
                    </a:ext>
                  </a:extLst>
                </a:gridCol>
                <a:gridCol w="1376277">
                  <a:extLst>
                    <a:ext uri="{9D8B030D-6E8A-4147-A177-3AD203B41FA5}">
                      <a16:colId xmlns:a16="http://schemas.microsoft.com/office/drawing/2014/main" val="3686772267"/>
                    </a:ext>
                  </a:extLst>
                </a:gridCol>
                <a:gridCol w="1376277">
                  <a:extLst>
                    <a:ext uri="{9D8B030D-6E8A-4147-A177-3AD203B41FA5}">
                      <a16:colId xmlns:a16="http://schemas.microsoft.com/office/drawing/2014/main" val="393653385"/>
                    </a:ext>
                  </a:extLst>
                </a:gridCol>
                <a:gridCol w="1376277">
                  <a:extLst>
                    <a:ext uri="{9D8B030D-6E8A-4147-A177-3AD203B41FA5}">
                      <a16:colId xmlns:a16="http://schemas.microsoft.com/office/drawing/2014/main" val="3802159718"/>
                    </a:ext>
                  </a:extLst>
                </a:gridCol>
              </a:tblGrid>
              <a:tr h="222851">
                <a:tc>
                  <a:txBody>
                    <a:bodyPr/>
                    <a:lstStyle/>
                    <a:p>
                      <a:pPr algn="ctr"/>
                      <a:r>
                        <a:rPr lang="es-AR" sz="900" dirty="0">
                          <a:latin typeface="Arial" panose="020B0604020202020204" pitchFamily="34" charset="0"/>
                          <a:cs typeface="Arial" panose="020B0604020202020204" pitchFamily="34" charset="0"/>
                        </a:rPr>
                        <a:t>Análisis</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es-AR" sz="900" dirty="0">
                          <a:latin typeface="Arial" panose="020B0604020202020204" pitchFamily="34" charset="0"/>
                          <a:cs typeface="Arial" panose="020B0604020202020204" pitchFamily="34" charset="0"/>
                        </a:rPr>
                        <a:t>Planificación</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es-AR" sz="900" dirty="0">
                          <a:latin typeface="Arial" panose="020B0604020202020204" pitchFamily="34" charset="0"/>
                          <a:cs typeface="Arial" panose="020B0604020202020204" pitchFamily="34" charset="0"/>
                        </a:rPr>
                        <a:t>Ejecución</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es-AR" sz="900" dirty="0">
                          <a:latin typeface="Arial" panose="020B0604020202020204" pitchFamily="34" charset="0"/>
                          <a:cs typeface="Arial" panose="020B0604020202020204" pitchFamily="34" charset="0"/>
                        </a:rPr>
                        <a:t>Monitoreo y Control</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es-AR" sz="900" dirty="0">
                          <a:latin typeface="Arial" panose="020B0604020202020204" pitchFamily="34" charset="0"/>
                          <a:cs typeface="Arial" panose="020B0604020202020204" pitchFamily="34" charset="0"/>
                        </a:rPr>
                        <a:t>Cierre</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941111880"/>
                  </a:ext>
                </a:extLst>
              </a:tr>
              <a:tr h="160994">
                <a:tc>
                  <a:txBody>
                    <a:bodyPr/>
                    <a:lstStyle/>
                    <a:p>
                      <a:pPr algn="ctr"/>
                      <a:r>
                        <a:rPr lang="es-AR" sz="900" dirty="0"/>
                        <a:t>En proceso</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solidFill>
                  </a:tcPr>
                </a:tc>
                <a:tc>
                  <a:txBody>
                    <a:bodyPr/>
                    <a:lstStyle/>
                    <a:p>
                      <a:pPr algn="ctr"/>
                      <a:endParaRPr lang="es-AR" sz="9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s-AR" sz="9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s-AR" sz="9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s-AR" sz="9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03803126"/>
                  </a:ext>
                </a:extLst>
              </a:tr>
            </a:tbl>
          </a:graphicData>
        </a:graphic>
      </p:graphicFrame>
      <p:sp>
        <p:nvSpPr>
          <p:cNvPr id="89" name="Text 2">
            <a:extLst>
              <a:ext uri="{FF2B5EF4-FFF2-40B4-BE49-F238E27FC236}">
                <a16:creationId xmlns:a16="http://schemas.microsoft.com/office/drawing/2014/main" id="{3EBBEB4B-509F-4D97-BD9B-BB074FF25ABF}"/>
              </a:ext>
            </a:extLst>
          </p:cNvPr>
          <p:cNvSpPr/>
          <p:nvPr/>
        </p:nvSpPr>
        <p:spPr>
          <a:xfrm>
            <a:off x="175019" y="7705812"/>
            <a:ext cx="6850638" cy="453367"/>
          </a:xfrm>
          <a:prstGeom prst="rect">
            <a:avLst/>
          </a:prstGeom>
          <a:noFill/>
          <a:ln/>
        </p:spPr>
        <p:txBody>
          <a:bodyPr wrap="square" lIns="0" tIns="0" rIns="0" bIns="0" rtlCol="0" anchor="t"/>
          <a:lstStyle/>
          <a:p>
            <a:pPr algn="just">
              <a:lnSpc>
                <a:spcPts val="1550"/>
              </a:lnSpc>
            </a:pPr>
            <a:r>
              <a:rPr lang="es-ES" sz="1300" dirty="0">
                <a:latin typeface="Arial" panose="020B0604020202020204" pitchFamily="34" charset="0"/>
                <a:ea typeface="Calibri" panose="020F0502020204030204" pitchFamily="34" charset="0"/>
                <a:cs typeface="Times New Roman" panose="02020603050405020304" pitchFamily="18" charset="0"/>
              </a:rPr>
              <a:t>Sin datos</a:t>
            </a:r>
          </a:p>
        </p:txBody>
      </p:sp>
    </p:spTree>
  </p:cSld>
  <p:clrMapOvr>
    <a:masterClrMapping/>
  </p:clrMapOvr>
  <p:transition spd="slow">
    <p:push dir="u"/>
  </p:transition>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8264</TotalTime>
  <Words>496</Words>
  <Application>Microsoft Office PowerPoint</Application>
  <PresentationFormat>Personalizado</PresentationFormat>
  <Paragraphs>45</Paragraphs>
  <Slides>1</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vt:i4>
      </vt:variant>
    </vt:vector>
  </HeadingPairs>
  <TitlesOfParts>
    <vt:vector size="7" baseType="lpstr">
      <vt:lpstr>Sora Semi Bold</vt:lpstr>
      <vt:lpstr>Calibri Light</vt:lpstr>
      <vt:lpstr>Arial</vt:lpstr>
      <vt:lpstr>Times New Roman</vt:lpstr>
      <vt:lpstr>Calibri</vt:lpstr>
      <vt:lpstr>Tema de Office</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093 Jefe Ingenieria - Tonon Urbieta Caterina</dc:creator>
  <cp:lastModifiedBy>093 Ingenieria - Giudice Nicolas Lautaro</cp:lastModifiedBy>
  <cp:revision>120</cp:revision>
  <dcterms:created xsi:type="dcterms:W3CDTF">2025-09-03T13:53:30Z</dcterms:created>
  <dcterms:modified xsi:type="dcterms:W3CDTF">2026-04-15T10:49:53Z</dcterms:modified>
</cp:coreProperties>
</file>