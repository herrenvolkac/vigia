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Tablero TNC – Arquitectura, Seguridad y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Objetivo:</a:t>
            </a:r>
          </a:p>
          <a:p>
            <a:r>
              <a:t>Centralizar información TNC y validar lineamientos de seguridad.</a:t>
            </a:r>
          </a:p>
          <a:p/>
          <a:p>
            <a:r>
              <a:t>Principios:</a:t>
            </a:r>
          </a:p>
          <a:p>
            <a:r>
              <a:t>• Solo lectura</a:t>
            </a:r>
          </a:p>
          <a:p>
            <a:r>
              <a:t>• Bajo impacto</a:t>
            </a:r>
          </a:p>
          <a:p>
            <a:r>
              <a:t>• Ejecución controlada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CAPTURA / DIAGRAMA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Información distribuida</a:t>
            </a:r>
          </a:p>
          <a:p>
            <a:r>
              <a:t>• Consultas manuales repetidas</a:t>
            </a:r>
          </a:p>
          <a:p>
            <a:r>
              <a:t>• Tiempo operativo elevado</a:t>
            </a:r>
          </a:p>
          <a:p>
            <a:r>
              <a:t>• Dificultad para consolidar información</a:t>
            </a:r>
          </a:p>
          <a:p/>
          <a:p>
            <a:r>
              <a:t>Objetivo:</a:t>
            </a:r>
          </a:p>
          <a:p>
            <a:r>
              <a:t>Transformar consultas dispersas en una vista consolidada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CAPTURA / DIAGRAMA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Módulos creados + Captura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TNC actuales</a:t>
            </a:r>
          </a:p>
          <a:p>
            <a:r>
              <a:t>• Maestro TNC</a:t>
            </a:r>
          </a:p>
          <a:p>
            <a:r>
              <a:t>• Indicadores</a:t>
            </a:r>
          </a:p>
          <a:p>
            <a:r>
              <a:t>• Filtros y búsquedas</a:t>
            </a:r>
          </a:p>
          <a:p/>
          <a:p>
            <a:r>
              <a:t>[ESPACIO RESERVADO PARA CAPTURA DE PANTALLA]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CAPTURA / DIAGRAMA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Lógica BD /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Oracle → Extracción controlada → SQLite local → Aplicación</a:t>
            </a:r>
          </a:p>
          <a:p/>
          <a:p>
            <a:r>
              <a:t>• Menor carga Oracle</a:t>
            </a:r>
          </a:p>
          <a:p>
            <a:r>
              <a:t>• Solo lectura</a:t>
            </a:r>
          </a:p>
          <a:p>
            <a:r>
              <a:t>• Persistencia local</a:t>
            </a:r>
          </a:p>
          <a:p>
            <a:r>
              <a:t>• Sin modificación productiva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CAPTURA / DIAGRAMA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Seguridad implementada + Captura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✓ Validación por usuario autorizado</a:t>
            </a:r>
          </a:p>
          <a:p>
            <a:r>
              <a:t>✓ Validación de equipo autorizado</a:t>
            </a:r>
          </a:p>
          <a:p>
            <a:r>
              <a:t>✓ Acceso restringido a perfiles gerenciales</a:t>
            </a:r>
          </a:p>
          <a:p>
            <a:r>
              <a:t>✓ Control adicional de uso</a:t>
            </a:r>
          </a:p>
          <a:p/>
          <a:p>
            <a:r>
              <a:t>[ESPACIO RESERVADO PARA CAPTURA LOGIN / BLOQUEO]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CAPTURA / DIAGRAMA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Riesgos, mitigación y uso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Carga Oracle → SQLite local</a:t>
            </a:r>
          </a:p>
          <a:p>
            <a:r>
              <a:t>Exposición externa → entorno interno</a:t>
            </a:r>
          </a:p>
          <a:p>
            <a:r>
              <a:t>Dependencia cloud → funcionamiento local</a:t>
            </a:r>
          </a:p>
          <a:p/>
          <a:p>
            <a:r>
              <a:t>Uso actual:</a:t>
            </a:r>
          </a:p>
          <a:p>
            <a:r>
              <a:t>• Sin IA generativa</a:t>
            </a:r>
          </a:p>
          <a:p>
            <a:r>
              <a:t>• Sin APIs externas</a:t>
            </a:r>
          </a:p>
          <a:p>
            <a:r>
              <a:t>• Sin envío fuera de la 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CAPTURA / DIAGRAMA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Evolución futura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Situación actual:</a:t>
            </a:r>
          </a:p>
          <a:p>
            <a:r>
              <a:t>• PC local</a:t>
            </a:r>
          </a:p>
          <a:p>
            <a:r>
              <a:t>• Backend manual</a:t>
            </a:r>
          </a:p>
          <a:p>
            <a:r>
              <a:t>• SQLite</a:t>
            </a:r>
          </a:p>
          <a:p/>
          <a:p>
            <a:r>
              <a:t>Arquitectura objetivo:</a:t>
            </a:r>
          </a:p>
          <a:p>
            <a:r>
              <a:t>Oracle → ETL → SQL Server → Servicio → Aplicación Web</a:t>
            </a:r>
          </a:p>
          <a:p/>
          <a:p>
            <a:r>
              <a:t>[ESPACIO RESERVADO PARA DIAGRAMA]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CAPTURA / DIAGRAMA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